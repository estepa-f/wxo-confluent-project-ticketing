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9.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25"/>
  </p:notesMasterIdLst>
  <p:sldIdLst>
    <p:sldId id="256" r:id="rId2"/>
    <p:sldId id="285" r:id="rId61"/>
    <p:sldId id="286" r:id="rId62"/>
    <p:sldId id="287" r:id="rId63"/>
    <p:sldId id="288" r:id="rId64"/>
    <p:sldId id="289" r:id="rId65"/>
    <p:sldId id="290" r:id="rId66"/>
    <p:sldId id="291" r:id="rId67"/>
    <p:sldId id="292" r:id="rId68"/>
    <p:sldId id="293" r:id="rId69"/>
    <p:sldId id="294" r:id="rId70"/>
    <p:sldId id="295" r:id="rId71"/>
    <p:sldId id="296" r:id="rId72"/>
    <p:sldId id="297" r:id="rId73"/>
    <p:sldId id="298" r:id="rId74"/>
    <p:sldId id="299" r:id="rId75"/>
    <p:sldId id="300" r:id="rId76"/>
    <p:sldId id="270" r:id="rId18"/>
    <p:sldId id="273" r:id="rId22"/>
  </p:sldIdLst>
  <p:sldSz cx="18288000" cy="10287000"/>
  <p:notesSz cx="6858000" cy="9144000"/>
  <p:embeddedFontLst>
    <p:embeddedFont>
      <p:font typeface="Inter" panose="020F0502020204030204" pitchFamily="34" charset="0"/>
      <p:regular r:id="rId26"/>
      <p:bold r:id="rId27"/>
      <p:italic r:id="rId28"/>
      <p:boldItalic r:id="rId29"/>
    </p:embeddedFont>
    <p:embeddedFont>
      <p:font typeface="Inter SemiBold" panose="020F0502020204030204" pitchFamily="34" charset="0"/>
      <p:regular r:id="rId30"/>
      <p:bold r:id="rId31"/>
      <p:italic r:id="rId32"/>
      <p:boldItalic r:id="rId33"/>
    </p:embeddedFont>
    <p:embeddedFont>
      <p:font typeface="Montserrat" pitchFamily="2" charset="77"/>
      <p:regular r:id="rId34"/>
      <p:bold r:id="rId35"/>
      <p:italic r:id="rId36"/>
      <p:boldItalic r:id="rId37"/>
    </p:embeddedFont>
    <p:embeddedFont>
      <p:font typeface="Montserrat Light" panose="00000400000000000000"/>
      <p:regular r:id="rId38"/>
      <p:italic r:id="rId39"/>
    </p:embeddedFont>
    <p:embeddedFont>
      <p:font typeface="Poppins" pitchFamily="2" charset="77"/>
      <p:regular r:id="rId40"/>
      <p:bold r:id="rId41"/>
      <p:italic r:id="rId42"/>
      <p:boldItalic r:id="rId43"/>
    </p:embeddedFont>
    <p:embeddedFont>
      <p:font typeface="Poppins Light" panose="00000400000000000000"/>
      <p:regular r:id="rId44"/>
      <p:bold r:id="rId45"/>
      <p:italic r:id="rId46"/>
      <p:boldItalic r:id="rId47"/>
    </p:embeddedFont>
    <p:embeddedFont>
      <p:font typeface="Poppins Medium" panose="00000600000000000000"/>
      <p:regular r:id="rId48"/>
      <p:italic r:id="rId49"/>
    </p:embeddedFont>
    <p:embeddedFont>
      <p:font typeface="Poppins SemiBold" panose="0000070000000000000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6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16C7010-2DE1-444E-848B-99729CB18B4E}">
  <a:tblStyle styleId="{316C7010-2DE1-444E-848B-99729CB18B4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953"/>
    <p:restoredTop sz="94691"/>
  </p:normalViewPr>
  <p:slideViewPr>
    <p:cSldViewPr snapToGrid="0">
      <p:cViewPr varScale="1">
        <p:scale>
          <a:sx n="142" d="100"/>
          <a:sy n="142" d="100"/>
        </p:scale>
        <p:origin x="16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18" Type="http://schemas.openxmlformats.org/officeDocument/2006/relationships/slide" Target="slides/slide18.xml"/><Relationship Id="rId22" Type="http://schemas.openxmlformats.org/officeDocument/2006/relationships/slide" Target="slides/slide19.xml"/><Relationship Id="rId25" Type="http://schemas.openxmlformats.org/officeDocument/2006/relationships/notesMaster" Target="notesMasters/notesMaster1.xml"/><Relationship Id="rId26" Type="http://schemas.openxmlformats.org/officeDocument/2006/relationships/font" Target="fonts/font1.fntdata"/><Relationship Id="rId27" Type="http://schemas.openxmlformats.org/officeDocument/2006/relationships/font" Target="fonts/font2.fntdata"/><Relationship Id="rId28" Type="http://schemas.openxmlformats.org/officeDocument/2006/relationships/font" Target="fonts/font3.fntdata"/><Relationship Id="rId29" Type="http://schemas.openxmlformats.org/officeDocument/2006/relationships/font" Target="fonts/font4.fntdata"/><Relationship Id="rId30" Type="http://schemas.openxmlformats.org/officeDocument/2006/relationships/font" Target="fonts/font5.fntdata"/><Relationship Id="rId31" Type="http://schemas.openxmlformats.org/officeDocument/2006/relationships/font" Target="fonts/font6.fntdata"/><Relationship Id="rId32" Type="http://schemas.openxmlformats.org/officeDocument/2006/relationships/font" Target="fonts/font7.fntdata"/><Relationship Id="rId33" Type="http://schemas.openxmlformats.org/officeDocument/2006/relationships/font" Target="fonts/font8.fntdata"/><Relationship Id="rId34" Type="http://schemas.openxmlformats.org/officeDocument/2006/relationships/font" Target="fonts/font9.fntdata"/><Relationship Id="rId35" Type="http://schemas.openxmlformats.org/officeDocument/2006/relationships/font" Target="fonts/font10.fntdata"/><Relationship Id="rId36" Type="http://schemas.openxmlformats.org/officeDocument/2006/relationships/font" Target="fonts/font11.fntdata"/><Relationship Id="rId37" Type="http://schemas.openxmlformats.org/officeDocument/2006/relationships/font" Target="fonts/font12.fntdata"/><Relationship Id="rId38" Type="http://schemas.openxmlformats.org/officeDocument/2006/relationships/font" Target="fonts/font13.fntdata"/><Relationship Id="rId39" Type="http://schemas.openxmlformats.org/officeDocument/2006/relationships/font" Target="fonts/font14.fntdata"/><Relationship Id="rId40" Type="http://schemas.openxmlformats.org/officeDocument/2006/relationships/font" Target="fonts/font15.fntdata"/><Relationship Id="rId41" Type="http://schemas.openxmlformats.org/officeDocument/2006/relationships/font" Target="fonts/font16.fntdata"/><Relationship Id="rId42" Type="http://schemas.openxmlformats.org/officeDocument/2006/relationships/font" Target="fonts/font17.fntdata"/><Relationship Id="rId43" Type="http://schemas.openxmlformats.org/officeDocument/2006/relationships/font" Target="fonts/font18.fntdata"/><Relationship Id="rId44" Type="http://schemas.openxmlformats.org/officeDocument/2006/relationships/font" Target="fonts/font19.fntdata"/><Relationship Id="rId45" Type="http://schemas.openxmlformats.org/officeDocument/2006/relationships/font" Target="fonts/font20.fntdata"/><Relationship Id="rId46" Type="http://schemas.openxmlformats.org/officeDocument/2006/relationships/font" Target="fonts/font21.fntdata"/><Relationship Id="rId47" Type="http://schemas.openxmlformats.org/officeDocument/2006/relationships/font" Target="fonts/font22.fntdata"/><Relationship Id="rId48" Type="http://schemas.openxmlformats.org/officeDocument/2006/relationships/font" Target="fonts/font23.fntdata"/><Relationship Id="rId49" Type="http://schemas.openxmlformats.org/officeDocument/2006/relationships/font" Target="fonts/font24.fntdata"/><Relationship Id="rId50" Type="http://schemas.openxmlformats.org/officeDocument/2006/relationships/font" Target="fonts/font25.fntdata"/><Relationship Id="rId51" Type="http://schemas.openxmlformats.org/officeDocument/2006/relationships/font" Target="fonts/font26.fntdata"/><Relationship Id="rId52" Type="http://schemas.openxmlformats.org/officeDocument/2006/relationships/font" Target="fonts/font27.fntdata"/><Relationship Id="rId53" Type="http://schemas.openxmlformats.org/officeDocument/2006/relationships/font" Target="fonts/font28.fntdata"/><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 Id="rId61" Type="http://schemas.openxmlformats.org/officeDocument/2006/relationships/slide" Target="slides/slide2.xml"/><Relationship Id="rId62" Type="http://schemas.openxmlformats.org/officeDocument/2006/relationships/slide" Target="slides/slide3.xml"/><Relationship Id="rId63" Type="http://schemas.openxmlformats.org/officeDocument/2006/relationships/slide" Target="slides/slide4.xml"/><Relationship Id="rId64" Type="http://schemas.openxmlformats.org/officeDocument/2006/relationships/slide" Target="slides/slide5.xml"/><Relationship Id="rId65" Type="http://schemas.openxmlformats.org/officeDocument/2006/relationships/slide" Target="slides/slide6.xml"/><Relationship Id="rId66" Type="http://schemas.openxmlformats.org/officeDocument/2006/relationships/slide" Target="slides/slide7.xml"/><Relationship Id="rId67" Type="http://schemas.openxmlformats.org/officeDocument/2006/relationships/slide" Target="slides/slide8.xml"/><Relationship Id="rId68" Type="http://schemas.openxmlformats.org/officeDocument/2006/relationships/slide" Target="slides/slide9.xml"/><Relationship Id="rId69" Type="http://schemas.openxmlformats.org/officeDocument/2006/relationships/slide" Target="slides/slide10.xml"/><Relationship Id="rId70" Type="http://schemas.openxmlformats.org/officeDocument/2006/relationships/slide" Target="slides/slide11.xml"/><Relationship Id="rId71" Type="http://schemas.openxmlformats.org/officeDocument/2006/relationships/slide" Target="slides/slide12.xml"/><Relationship Id="rId72" Type="http://schemas.openxmlformats.org/officeDocument/2006/relationships/slide" Target="slides/slide13.xml"/><Relationship Id="rId73" Type="http://schemas.openxmlformats.org/officeDocument/2006/relationships/slide" Target="slides/slide14.xml"/><Relationship Id="rId74" Type="http://schemas.openxmlformats.org/officeDocument/2006/relationships/slide" Target="slides/slide15.xml"/><Relationship Id="rId75" Type="http://schemas.openxmlformats.org/officeDocument/2006/relationships/slide" Target="slides/slide16.xml"/><Relationship Id="rId76"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Hello everyone. The idea fits in one sentence: an AI is only useful if it works on fresh data and if what it does is under control. Confluent takes care of the first half, data in real time. watsonx Orchestrate takes care of the second, agents that act under control.</a:t>
            </a:r>
          </a:p>
          <a:p/>
          <a:p>
            <a:r>
              <a:t>The thread: a customer has an order-tracking problem. We follow their ticket from the click to the advisor's reply.</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To sum up, each does its job. Confluent processes data in real time: Kafka turns every ticket into an event, Flink enriches and forecasts it in SQL, agents run in the stream, and Schema Registry guarantees data quality.</a:t>
            </a:r>
          </a:p>
          <a:p/>
          <a:p>
            <a:r>
              <a:t>watsonx Orchestrate governs the agents that act: it makes agents from different platforms work together, applies the controls, keeps the human in the loop and traces everything.</a:t>
            </a:r>
          </a:p>
          <a:p/>
          <a:p>
            <a:r>
              <a:t>Confluent turns events into decisions. Orchestrate turns decisions into controlled actions.</a:t>
            </a:r>
          </a:p>
          <a:p/>
          <a:p>
            <a:r>
              <a:t>Next step: a workshop of less than a day to identify, in your company, the business event that is worth the most if you know it in under a minute.</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Thank you. Happy to take your questions.</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Everything starts with a customer. Their order status is not the same on our site and at the carrier, and it is not the first time. They fill in the form, choose high urgency and submit.</a:t>
            </a:r>
          </a:p>
          <a:p/>
          <a:p>
            <a:r>
              <a:t>From this click, the ticket is no longer a row waiting in a database: it is an event, published immediately to Kafka. Every system that needs it receives it at the same time, without wiring them one by one.</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what happens behind, in Confluent Cloud. Stream Lineage draws the pipeline while it runs: on the left the portal producing tickets, in the middle the processing that enriches and triages them, on the right the topics where they land.</a:t>
            </a:r>
          </a:p>
          <a:p/>
          <a:p>
            <a:r>
              <a:t>There is no nightly batch: every arrow is data moving now. Each stage writes its result to a topic: raw tickets, enriched tickets, metrics, agent decisions, escalation drafts. Another team or another agent can plug into any of them. Produce once, consume many.</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Let's find our customer's ticket in the first topic, tickets.raw. The chart shows tickets keep arriving: hundreds over the last hour, all handled the same way, with no human involved.</a:t>
            </a:r>
          </a:p>
          <a:p/>
          <a:p>
            <a:r>
              <a:t>The message holds the identifier, the user, the service, the subject, the text and the urgency. Above all, it follows a schema registered in Schema Registry. It is a contract: if an application sends a malformed ticket, it is rejected. That is what lets other teams reuse this stream with confidence.</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First processing step: anticipating support load. This statement, written in SQL in Flink, continuously counts tickets per service and time window, then calls ML_FORECAST, a built-in forecasting function, to estimate the next window.</a:t>
            </a:r>
          </a:p>
          <a:p/>
          <a:p>
            <a:r>
              <a:t>The result lands in tickets.metrics: for each service, the actual volume, the forecast and an upper and lower bound. The support manager sees the spike coming before the queue explodes and can reinforce the team in time. If the actual volume leaves the range, it signals an anomaly, an incident for example.</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Second step: enrichment. For each ticket, Flink looks up the current status of the service concerned, for example "is order tracking degraded right now?", and applies AI_SENTIMENT to the text to measure how the customer feels. A few lines of SQL.</a:t>
            </a:r>
          </a:p>
          <a:p/>
          <a:p>
            <a:r>
              <a:t>Each enriched ticket now carries context the raw ticket did not have: here a negative sentiment and the service status at the time it was sent. That is exactly the context an agent needs to make a good decision.</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Then comes the triage agent. It is a Confluent Streaming Agent: an AI agent running directly in the stream, next to the data.</a:t>
            </a:r>
          </a:p>
          <a:p/>
          <a:p>
            <a:r>
              <a:t>We see its configuration: its prompt, its model, and two tools exposed by our portal over MCP. get_account_context gives it the customer's tier and history. search_known_issues lets it check whether the problem matches a known incident.</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agent runs through the AI_RUN_AGENT function, called in a SQL statement. For each enriched ticket, it decides: either it resolves the ticket with a known solution, or it escalates to a human.</a:t>
            </a:r>
          </a:p>
          <a:p/>
          <a:p>
            <a:r>
              <a:t>In tickets.agent-actions we see the result for our customer: decision "escalate", with a message written for them. Most tickets never need a human. Those that do arrive already qualified, with the agent's reasoning.</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 the customer side, the ticket timeline already shows "Escalated to support", with the agent's message explaining what happens next.</a:t>
            </a:r>
          </a:p>
          <a:p/>
          <a:p>
            <a:r>
              <a:t>The customer knows where they stand within seconds, without waiting for someone to open the ticket the next morning.</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Because everything is a stream, a single SQL query follows a ticket end to end: the raw ticket, its enriched version, the agent's decision, then the escalation draft prepared by watsonx Orchestrate, each with its timestamp.</a:t>
            </a:r>
          </a:p>
          <a:p/>
          <a:p>
            <a:r>
              <a:t>To be transparent: here we see a few minutes between stages because this demo cluster has almost no traffic. Under real load, enrichment takes a few seconds.</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can also open the agent's log. Every message, every model response, every tool call is recorded with its duration: about two seconds for the model, a few hundred milliseconds per tool.</a:t>
            </a:r>
          </a:p>
          <a:p/>
          <a:p>
            <a:r>
              <a:t>The agent's behaviour becomes data itself. You can query it, audit it, set alerts on it, exactly like any other stream. That closes the Confluent part: the data is fresh, controlled and traceable.</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Now watsonx Orchestrate takes over the escalation. In the support console, the escalation agent has already prepared a proposal: a suggested reply, a goodwill gesture and a note for the advisor.</a:t>
            </a:r>
          </a:p>
          <a:p/>
          <a:p>
            <a:r>
              <a:t>The goodwill gesture comes from another agent, owned by the Customer Relations team and running on AWS. Orchestrate makes it work with its own.</a:t>
            </a:r>
          </a:p>
          <a:p/>
          <a:p>
            <a:r>
              <a:t>The advisor reviews, takes the reply, adjusts it and sends it. The agent prepares, the human decides. No agent answers the customer on its own.</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support manager also has a copilot in the console, built in watsonx Orchestrate. It reads the Confluent topics live through the Real-Time Context Engine.</a:t>
            </a:r>
          </a:p>
          <a:p/>
          <a:p>
            <a:r>
              <a:t>Here we ask for the latest escalations: it lists them and identifies the service that concentrates them. It answers on the situation now, not on yesterday's export.</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Let's step back. In a large company there is not one agent, there are hundreds. This is an IBM demo instance of watsonx Orchestrate: 311 agents, many of them built on other platforms, and 24 controls.</a:t>
            </a:r>
          </a:p>
          <a:p/>
          <a:p>
            <a:r>
              <a:t>Usage, answer quality, latency and risk are in one place. That is the control plane: the cockpit for all agents.</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first risk is agents nobody knows exist. With the AI Gateway, Orchestrate connects to other agent platforms, Amazon Bedrock, Gemini Enterprise, Microsoft Foundry, and discovers the agents running there.</a:t>
            </a:r>
          </a:p>
          <a:p/>
          <a:p>
            <a:r>
              <a:t>They can then be registered and governed instead of staying in the shadow.</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Once registered, all agents land in a single directory: 135 external agents here. And the same rules apply to all of them: masking personal data, content guardrails, secrets detection, rate limits.</a:t>
            </a:r>
          </a:p>
          <a:p/>
          <a:p>
            <a:r>
              <a:t>These rules apply to agents, tools and models, wherever they run.</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Back to our escalation agent. In its conversation, the customer's personal data is already masked by the PII control, before the model even sees it.</a:t>
            </a:r>
          </a:p>
          <a:p/>
          <a:p>
            <a:r>
              <a:t>The trace shows every step: the control, the model call, the tool that queried the AWS agent, and the answer. We know exactly what the agent did, and why.</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Headline only - Blue">
  <p:cSld name="Comparison_1_1_1">
    <p:bg>
      <p:bgPr>
        <a:solidFill>
          <a:schemeClr val="accent1"/>
        </a:solidFill>
        <a:effectLst/>
      </p:bgPr>
    </p:bg>
    <p:spTree>
      <p:nvGrpSpPr>
        <p:cNvPr id="1" name="Shape 11"/>
        <p:cNvGrpSpPr/>
        <p:nvPr/>
      </p:nvGrpSpPr>
      <p:grpSpPr>
        <a:xfrm>
          <a:off x="0" y="0"/>
          <a:ext cx="0" cy="0"/>
          <a:chOff x="0" y="0"/>
          <a:chExt cx="0" cy="0"/>
        </a:xfrm>
      </p:grpSpPr>
      <p:sp>
        <p:nvSpPr>
          <p:cNvPr id="12" name="Google Shape;12;p2"/>
          <p:cNvSpPr txBox="1">
            <a:spLocks noGrp="1"/>
          </p:cNvSpPr>
          <p:nvPr>
            <p:ph type="sldNum" idx="12"/>
          </p:nvPr>
        </p:nvSpPr>
        <p:spPr>
          <a:xfrm>
            <a:off x="16514400" y="345450"/>
            <a:ext cx="1097400" cy="284700"/>
          </a:xfrm>
          <a:prstGeom prst="rect">
            <a:avLst/>
          </a:prstGeom>
          <a:noFill/>
          <a:ln>
            <a:noFill/>
          </a:ln>
        </p:spPr>
        <p:txBody>
          <a:bodyPr spcFirstLastPara="1" wrap="square" lIns="0" tIns="0" rIns="0" bIns="0" anchor="ctr" anchorCtr="0">
            <a:noAutofit/>
          </a:bodyPr>
          <a:lstStyle>
            <a:lvl1pPr lvl="0" algn="r">
              <a:buNone/>
              <a:defRPr sz="1200">
                <a:solidFill>
                  <a:schemeClr val="lt1"/>
                </a:solidFill>
                <a:latin typeface="Poppins Light"/>
                <a:ea typeface="Poppins Light"/>
                <a:cs typeface="Poppins Light"/>
                <a:sym typeface="Poppins Light"/>
              </a:defRPr>
            </a:lvl1pPr>
            <a:lvl2pPr lvl="1" algn="r">
              <a:buNone/>
              <a:defRPr sz="1200">
                <a:solidFill>
                  <a:schemeClr val="lt1"/>
                </a:solidFill>
                <a:latin typeface="Poppins Light"/>
                <a:ea typeface="Poppins Light"/>
                <a:cs typeface="Poppins Light"/>
                <a:sym typeface="Poppins Light"/>
              </a:defRPr>
            </a:lvl2pPr>
            <a:lvl3pPr lvl="2" algn="r">
              <a:buNone/>
              <a:defRPr sz="1200">
                <a:solidFill>
                  <a:schemeClr val="lt1"/>
                </a:solidFill>
                <a:latin typeface="Poppins Light"/>
                <a:ea typeface="Poppins Light"/>
                <a:cs typeface="Poppins Light"/>
                <a:sym typeface="Poppins Light"/>
              </a:defRPr>
            </a:lvl3pPr>
            <a:lvl4pPr lvl="3" algn="r">
              <a:buNone/>
              <a:defRPr sz="1200">
                <a:solidFill>
                  <a:schemeClr val="lt1"/>
                </a:solidFill>
                <a:latin typeface="Poppins Light"/>
                <a:ea typeface="Poppins Light"/>
                <a:cs typeface="Poppins Light"/>
                <a:sym typeface="Poppins Light"/>
              </a:defRPr>
            </a:lvl4pPr>
            <a:lvl5pPr lvl="4" algn="r">
              <a:buNone/>
              <a:defRPr sz="1200">
                <a:solidFill>
                  <a:schemeClr val="lt1"/>
                </a:solidFill>
                <a:latin typeface="Poppins Light"/>
                <a:ea typeface="Poppins Light"/>
                <a:cs typeface="Poppins Light"/>
                <a:sym typeface="Poppins Light"/>
              </a:defRPr>
            </a:lvl5pPr>
            <a:lvl6pPr lvl="5" algn="r">
              <a:buNone/>
              <a:defRPr sz="1200">
                <a:solidFill>
                  <a:schemeClr val="lt1"/>
                </a:solidFill>
                <a:latin typeface="Poppins Light"/>
                <a:ea typeface="Poppins Light"/>
                <a:cs typeface="Poppins Light"/>
                <a:sym typeface="Poppins Light"/>
              </a:defRPr>
            </a:lvl6pPr>
            <a:lvl7pPr lvl="6" algn="r">
              <a:buNone/>
              <a:defRPr sz="1200">
                <a:solidFill>
                  <a:schemeClr val="lt1"/>
                </a:solidFill>
                <a:latin typeface="Poppins Light"/>
                <a:ea typeface="Poppins Light"/>
                <a:cs typeface="Poppins Light"/>
                <a:sym typeface="Poppins Light"/>
              </a:defRPr>
            </a:lvl7pPr>
            <a:lvl8pPr lvl="7" algn="r">
              <a:buNone/>
              <a:defRPr sz="1200">
                <a:solidFill>
                  <a:schemeClr val="lt1"/>
                </a:solidFill>
                <a:latin typeface="Poppins Light"/>
                <a:ea typeface="Poppins Light"/>
                <a:cs typeface="Poppins Light"/>
                <a:sym typeface="Poppins Light"/>
              </a:defRPr>
            </a:lvl8pPr>
            <a:lvl9pPr lvl="8" algn="r">
              <a:buNone/>
              <a:defRPr sz="1200">
                <a:solidFill>
                  <a:schemeClr val="lt1"/>
                </a:solidFill>
                <a:latin typeface="Poppins Light"/>
                <a:ea typeface="Poppins Light"/>
                <a:cs typeface="Poppins Light"/>
                <a:sym typeface="Poppins Light"/>
              </a:defRPr>
            </a:lvl9pPr>
          </a:lstStyle>
          <a:p>
            <a:pPr marL="0" lvl="0" indent="0" algn="r" rtl="0">
              <a:spcBef>
                <a:spcPts val="0"/>
              </a:spcBef>
              <a:spcAft>
                <a:spcPts val="0"/>
              </a:spcAft>
              <a:buNone/>
            </a:pPr>
            <a:fld id="{00000000-1234-1234-1234-123412341234}" type="slidenum">
              <a:rPr lang="en-US"/>
              <a:t>‹N°›</a:t>
            </a:fld>
            <a:endParaRPr/>
          </a:p>
        </p:txBody>
      </p:sp>
      <p:sp>
        <p:nvSpPr>
          <p:cNvPr id="13" name="Google Shape;13;p2"/>
          <p:cNvSpPr txBox="1">
            <a:spLocks noGrp="1"/>
          </p:cNvSpPr>
          <p:nvPr>
            <p:ph type="subTitle" idx="1"/>
          </p:nvPr>
        </p:nvSpPr>
        <p:spPr>
          <a:xfrm>
            <a:off x="12187250" y="345450"/>
            <a:ext cx="4929300" cy="284700"/>
          </a:xfrm>
          <a:prstGeom prst="rect">
            <a:avLst/>
          </a:prstGeom>
          <a:noFill/>
          <a:ln>
            <a:noFill/>
          </a:ln>
        </p:spPr>
        <p:txBody>
          <a:bodyPr spcFirstLastPara="1" wrap="square" lIns="0" tIns="0" rIns="0" bIns="0" anchor="ctr" anchorCtr="0">
            <a:noAutofit/>
          </a:bodyPr>
          <a:lstStyle>
            <a:lvl1pPr lvl="0" algn="r">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1pPr>
            <a:lvl2pPr lvl="1">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2pPr>
            <a:lvl3pPr lvl="2">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3pPr>
            <a:lvl4pPr lvl="3">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4pPr>
            <a:lvl5pPr lvl="4">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5pPr>
            <a:lvl6pPr lvl="5">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6pPr>
            <a:lvl7pPr lvl="6">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7pPr>
            <a:lvl8pPr lvl="7">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8pPr>
            <a:lvl9pPr lvl="8">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9pPr>
          </a:lstStyle>
          <a:p>
            <a:endParaRPr/>
          </a:p>
        </p:txBody>
      </p:sp>
      <p:sp>
        <p:nvSpPr>
          <p:cNvPr id="14" name="Google Shape;14;p2"/>
          <p:cNvSpPr txBox="1">
            <a:spLocks noGrp="1"/>
          </p:cNvSpPr>
          <p:nvPr>
            <p:ph type="title"/>
          </p:nvPr>
        </p:nvSpPr>
        <p:spPr>
          <a:xfrm>
            <a:off x="685800" y="756750"/>
            <a:ext cx="16916400" cy="723000"/>
          </a:xfrm>
          <a:prstGeom prst="rect">
            <a:avLst/>
          </a:prstGeom>
          <a:noFill/>
          <a:ln>
            <a:noFill/>
          </a:ln>
        </p:spPr>
        <p:txBody>
          <a:bodyPr spcFirstLastPara="1" wrap="square" lIns="0" tIns="91400" rIns="182850" bIns="91400" anchor="t" anchorCtr="0">
            <a:noAutofit/>
          </a:bodyPr>
          <a:lstStyle>
            <a:lvl1pPr marR="0" lvl="0" algn="l">
              <a:lnSpc>
                <a:spcPct val="100000"/>
              </a:lnSpc>
              <a:spcBef>
                <a:spcPts val="0"/>
              </a:spcBef>
              <a:spcAft>
                <a:spcPts val="0"/>
              </a:spcAft>
              <a:buClr>
                <a:schemeClr val="lt1"/>
              </a:buClr>
              <a:buSzPts val="2200"/>
              <a:buFont typeface="Poppins Light"/>
              <a:buNone/>
              <a:defRPr u="none" strike="noStrike" cap="none">
                <a:solidFill>
                  <a:schemeClr val="lt1"/>
                </a:solidFill>
                <a:latin typeface="Poppins Light"/>
                <a:ea typeface="Poppins Light"/>
                <a:cs typeface="Poppins Light"/>
                <a:sym typeface="Poppins Light"/>
              </a:defRPr>
            </a:lvl1pPr>
            <a:lvl2pPr lvl="1">
              <a:spcBef>
                <a:spcPts val="0"/>
              </a:spcBef>
              <a:spcAft>
                <a:spcPts val="0"/>
              </a:spcAft>
              <a:buClr>
                <a:schemeClr val="lt1"/>
              </a:buClr>
              <a:buSzPts val="4000"/>
              <a:buFont typeface="Poppins Light"/>
              <a:buNone/>
              <a:defRPr sz="4000">
                <a:solidFill>
                  <a:schemeClr val="lt1"/>
                </a:solidFill>
                <a:latin typeface="Poppins Light"/>
                <a:ea typeface="Poppins Light"/>
                <a:cs typeface="Poppins Light"/>
                <a:sym typeface="Poppins Light"/>
              </a:defRPr>
            </a:lvl2pPr>
            <a:lvl3pPr lvl="2">
              <a:spcBef>
                <a:spcPts val="0"/>
              </a:spcBef>
              <a:spcAft>
                <a:spcPts val="0"/>
              </a:spcAft>
              <a:buClr>
                <a:schemeClr val="lt1"/>
              </a:buClr>
              <a:buSzPts val="4000"/>
              <a:buFont typeface="Poppins Light"/>
              <a:buNone/>
              <a:defRPr sz="4000">
                <a:solidFill>
                  <a:schemeClr val="lt1"/>
                </a:solidFill>
                <a:latin typeface="Poppins Light"/>
                <a:ea typeface="Poppins Light"/>
                <a:cs typeface="Poppins Light"/>
                <a:sym typeface="Poppins Light"/>
              </a:defRPr>
            </a:lvl3pPr>
            <a:lvl4pPr lvl="3">
              <a:spcBef>
                <a:spcPts val="0"/>
              </a:spcBef>
              <a:spcAft>
                <a:spcPts val="0"/>
              </a:spcAft>
              <a:buClr>
                <a:schemeClr val="lt1"/>
              </a:buClr>
              <a:buSzPts val="4000"/>
              <a:buFont typeface="Poppins Light"/>
              <a:buNone/>
              <a:defRPr sz="4000">
                <a:solidFill>
                  <a:schemeClr val="lt1"/>
                </a:solidFill>
                <a:latin typeface="Poppins Light"/>
                <a:ea typeface="Poppins Light"/>
                <a:cs typeface="Poppins Light"/>
                <a:sym typeface="Poppins Light"/>
              </a:defRPr>
            </a:lvl4pPr>
            <a:lvl5pPr lvl="4">
              <a:spcBef>
                <a:spcPts val="0"/>
              </a:spcBef>
              <a:spcAft>
                <a:spcPts val="0"/>
              </a:spcAft>
              <a:buClr>
                <a:schemeClr val="lt1"/>
              </a:buClr>
              <a:buSzPts val="4000"/>
              <a:buFont typeface="Poppins Light"/>
              <a:buNone/>
              <a:defRPr sz="4000">
                <a:solidFill>
                  <a:schemeClr val="lt1"/>
                </a:solidFill>
                <a:latin typeface="Poppins Light"/>
                <a:ea typeface="Poppins Light"/>
                <a:cs typeface="Poppins Light"/>
                <a:sym typeface="Poppins Light"/>
              </a:defRPr>
            </a:lvl5pPr>
            <a:lvl6pPr lvl="5">
              <a:spcBef>
                <a:spcPts val="0"/>
              </a:spcBef>
              <a:spcAft>
                <a:spcPts val="0"/>
              </a:spcAft>
              <a:buClr>
                <a:schemeClr val="lt1"/>
              </a:buClr>
              <a:buSzPts val="4000"/>
              <a:buFont typeface="Poppins Light"/>
              <a:buNone/>
              <a:defRPr sz="4000">
                <a:solidFill>
                  <a:schemeClr val="lt1"/>
                </a:solidFill>
                <a:latin typeface="Poppins Light"/>
                <a:ea typeface="Poppins Light"/>
                <a:cs typeface="Poppins Light"/>
                <a:sym typeface="Poppins Light"/>
              </a:defRPr>
            </a:lvl6pPr>
            <a:lvl7pPr lvl="6">
              <a:spcBef>
                <a:spcPts val="0"/>
              </a:spcBef>
              <a:spcAft>
                <a:spcPts val="0"/>
              </a:spcAft>
              <a:buClr>
                <a:schemeClr val="lt1"/>
              </a:buClr>
              <a:buSzPts val="4000"/>
              <a:buFont typeface="Poppins Light"/>
              <a:buNone/>
              <a:defRPr sz="4000">
                <a:solidFill>
                  <a:schemeClr val="lt1"/>
                </a:solidFill>
                <a:latin typeface="Poppins Light"/>
                <a:ea typeface="Poppins Light"/>
                <a:cs typeface="Poppins Light"/>
                <a:sym typeface="Poppins Light"/>
              </a:defRPr>
            </a:lvl7pPr>
            <a:lvl8pPr lvl="7">
              <a:spcBef>
                <a:spcPts val="0"/>
              </a:spcBef>
              <a:spcAft>
                <a:spcPts val="0"/>
              </a:spcAft>
              <a:buClr>
                <a:schemeClr val="lt1"/>
              </a:buClr>
              <a:buSzPts val="4000"/>
              <a:buFont typeface="Poppins Light"/>
              <a:buNone/>
              <a:defRPr sz="4000">
                <a:solidFill>
                  <a:schemeClr val="lt1"/>
                </a:solidFill>
                <a:latin typeface="Poppins Light"/>
                <a:ea typeface="Poppins Light"/>
                <a:cs typeface="Poppins Light"/>
                <a:sym typeface="Poppins Light"/>
              </a:defRPr>
            </a:lvl8pPr>
            <a:lvl9pPr lvl="8">
              <a:spcBef>
                <a:spcPts val="0"/>
              </a:spcBef>
              <a:spcAft>
                <a:spcPts val="0"/>
              </a:spcAft>
              <a:buClr>
                <a:schemeClr val="lt1"/>
              </a:buClr>
              <a:buSzPts val="4000"/>
              <a:buFont typeface="Poppins Light"/>
              <a:buNone/>
              <a:defRPr sz="4000">
                <a:solidFill>
                  <a:schemeClr val="lt1"/>
                </a:solidFill>
                <a:latin typeface="Poppins Light"/>
                <a:ea typeface="Poppins Light"/>
                <a:cs typeface="Poppins Light"/>
                <a:sym typeface="Poppins Light"/>
              </a:defRPr>
            </a:lvl9pPr>
          </a:lstStyle>
          <a:p>
            <a:endParaRPr/>
          </a:p>
        </p:txBody>
      </p:sp>
      <p:sp>
        <p:nvSpPr>
          <p:cNvPr id="15" name="Google Shape;15;p2"/>
          <p:cNvSpPr/>
          <p:nvPr/>
        </p:nvSpPr>
        <p:spPr>
          <a:xfrm>
            <a:off x="685792" y="345496"/>
            <a:ext cx="285800" cy="284620"/>
          </a:xfrm>
          <a:custGeom>
            <a:avLst/>
            <a:gdLst/>
            <a:ahLst/>
            <a:cxnLst/>
            <a:rect l="l" t="t" r="r" b="b"/>
            <a:pathLst>
              <a:path w="631602" h="628994" extrusionOk="0">
                <a:moveTo>
                  <a:pt x="307919" y="123061"/>
                </a:moveTo>
                <a:lnTo>
                  <a:pt x="323948" y="123061"/>
                </a:lnTo>
                <a:lnTo>
                  <a:pt x="324034" y="124369"/>
                </a:lnTo>
                <a:cubicBezTo>
                  <a:pt x="324738" y="134737"/>
                  <a:pt x="325213" y="145237"/>
                  <a:pt x="325698" y="155955"/>
                </a:cubicBezTo>
                <a:cubicBezTo>
                  <a:pt x="325917" y="161270"/>
                  <a:pt x="326174" y="166586"/>
                  <a:pt x="326440" y="171902"/>
                </a:cubicBezTo>
                <a:lnTo>
                  <a:pt x="327753" y="219435"/>
                </a:lnTo>
                <a:cubicBezTo>
                  <a:pt x="328581" y="248407"/>
                  <a:pt x="328714" y="277163"/>
                  <a:pt x="328714" y="301648"/>
                </a:cubicBezTo>
                <a:cubicBezTo>
                  <a:pt x="361866" y="301866"/>
                  <a:pt x="387379" y="302258"/>
                  <a:pt x="411265" y="302955"/>
                </a:cubicBezTo>
                <a:lnTo>
                  <a:pt x="459276" y="304262"/>
                </a:lnTo>
                <a:cubicBezTo>
                  <a:pt x="464651" y="304524"/>
                  <a:pt x="469978" y="304785"/>
                  <a:pt x="475305" y="305002"/>
                </a:cubicBezTo>
                <a:lnTo>
                  <a:pt x="475572" y="304915"/>
                </a:lnTo>
                <a:cubicBezTo>
                  <a:pt x="485703" y="305307"/>
                  <a:pt x="496490" y="305787"/>
                  <a:pt x="507287" y="306571"/>
                </a:cubicBezTo>
                <a:lnTo>
                  <a:pt x="508590" y="306658"/>
                </a:lnTo>
                <a:lnTo>
                  <a:pt x="508590" y="321515"/>
                </a:lnTo>
                <a:lnTo>
                  <a:pt x="507287" y="321602"/>
                </a:lnTo>
                <a:cubicBezTo>
                  <a:pt x="496842" y="322343"/>
                  <a:pt x="486321" y="322823"/>
                  <a:pt x="475572" y="323301"/>
                </a:cubicBezTo>
                <a:lnTo>
                  <a:pt x="474915" y="323301"/>
                </a:lnTo>
                <a:cubicBezTo>
                  <a:pt x="469807" y="323519"/>
                  <a:pt x="464689" y="323737"/>
                  <a:pt x="459581" y="323999"/>
                </a:cubicBezTo>
                <a:lnTo>
                  <a:pt x="411884" y="325480"/>
                </a:lnTo>
                <a:cubicBezTo>
                  <a:pt x="400744" y="325915"/>
                  <a:pt x="389386" y="326090"/>
                  <a:pt x="378247" y="326220"/>
                </a:cubicBezTo>
                <a:cubicBezTo>
                  <a:pt x="389776" y="331144"/>
                  <a:pt x="399650" y="335457"/>
                  <a:pt x="409002" y="339683"/>
                </a:cubicBezTo>
                <a:lnTo>
                  <a:pt x="452332" y="359071"/>
                </a:lnTo>
                <a:cubicBezTo>
                  <a:pt x="457136" y="361380"/>
                  <a:pt x="461940" y="363646"/>
                  <a:pt x="466744" y="365824"/>
                </a:cubicBezTo>
                <a:lnTo>
                  <a:pt x="468009" y="366434"/>
                </a:lnTo>
                <a:cubicBezTo>
                  <a:pt x="477056" y="370661"/>
                  <a:pt x="486407" y="375017"/>
                  <a:pt x="495491" y="379591"/>
                </a:cubicBezTo>
                <a:lnTo>
                  <a:pt x="496671" y="380201"/>
                </a:lnTo>
                <a:lnTo>
                  <a:pt x="490906" y="393838"/>
                </a:lnTo>
                <a:lnTo>
                  <a:pt x="489679" y="393447"/>
                </a:lnTo>
                <a:cubicBezTo>
                  <a:pt x="480461" y="390441"/>
                  <a:pt x="471681" y="387304"/>
                  <a:pt x="461198" y="383513"/>
                </a:cubicBezTo>
                <a:cubicBezTo>
                  <a:pt x="455738" y="381552"/>
                  <a:pt x="450192" y="379548"/>
                  <a:pt x="444646" y="377632"/>
                </a:cubicBezTo>
                <a:lnTo>
                  <a:pt x="400002" y="360857"/>
                </a:lnTo>
                <a:cubicBezTo>
                  <a:pt x="392050" y="357851"/>
                  <a:pt x="384145" y="354758"/>
                  <a:pt x="376240" y="351621"/>
                </a:cubicBezTo>
                <a:cubicBezTo>
                  <a:pt x="373662" y="350619"/>
                  <a:pt x="371084" y="349573"/>
                  <a:pt x="368506" y="348571"/>
                </a:cubicBezTo>
                <a:lnTo>
                  <a:pt x="370998" y="351142"/>
                </a:lnTo>
                <a:cubicBezTo>
                  <a:pt x="377372" y="357720"/>
                  <a:pt x="384801" y="365344"/>
                  <a:pt x="391879" y="372882"/>
                </a:cubicBezTo>
                <a:lnTo>
                  <a:pt x="424545" y="407562"/>
                </a:lnTo>
                <a:cubicBezTo>
                  <a:pt x="427608" y="410961"/>
                  <a:pt x="430662" y="414316"/>
                  <a:pt x="433725" y="417627"/>
                </a:cubicBezTo>
                <a:lnTo>
                  <a:pt x="434772" y="418803"/>
                </a:lnTo>
                <a:cubicBezTo>
                  <a:pt x="441887" y="426602"/>
                  <a:pt x="449269" y="434706"/>
                  <a:pt x="456394" y="442897"/>
                </a:cubicBezTo>
                <a:lnTo>
                  <a:pt x="457269" y="443899"/>
                </a:lnTo>
                <a:lnTo>
                  <a:pt x="446739" y="454355"/>
                </a:lnTo>
                <a:lnTo>
                  <a:pt x="445740" y="453527"/>
                </a:lnTo>
                <a:cubicBezTo>
                  <a:pt x="436864" y="445946"/>
                  <a:pt x="428179" y="438104"/>
                  <a:pt x="420835" y="431395"/>
                </a:cubicBezTo>
                <a:cubicBezTo>
                  <a:pt x="417297" y="428171"/>
                  <a:pt x="413758" y="424947"/>
                  <a:pt x="410219" y="421766"/>
                </a:cubicBezTo>
                <a:lnTo>
                  <a:pt x="375364" y="389220"/>
                </a:lnTo>
                <a:cubicBezTo>
                  <a:pt x="368116" y="382467"/>
                  <a:pt x="360819" y="375453"/>
                  <a:pt x="353780" y="368656"/>
                </a:cubicBezTo>
                <a:lnTo>
                  <a:pt x="351116" y="366086"/>
                </a:lnTo>
                <a:cubicBezTo>
                  <a:pt x="355007" y="375714"/>
                  <a:pt x="359022" y="385996"/>
                  <a:pt x="363302" y="397324"/>
                </a:cubicBezTo>
                <a:lnTo>
                  <a:pt x="380121" y="441721"/>
                </a:lnTo>
                <a:cubicBezTo>
                  <a:pt x="381652" y="446165"/>
                  <a:pt x="383222" y="450565"/>
                  <a:pt x="384801" y="454922"/>
                </a:cubicBezTo>
                <a:lnTo>
                  <a:pt x="386856" y="460716"/>
                </a:lnTo>
                <a:cubicBezTo>
                  <a:pt x="389862" y="469169"/>
                  <a:pt x="393011" y="477969"/>
                  <a:pt x="395941" y="486683"/>
                </a:cubicBezTo>
                <a:lnTo>
                  <a:pt x="396378" y="487946"/>
                </a:lnTo>
                <a:lnTo>
                  <a:pt x="382661" y="493698"/>
                </a:lnTo>
                <a:lnTo>
                  <a:pt x="382042" y="492521"/>
                </a:lnTo>
                <a:cubicBezTo>
                  <a:pt x="377419" y="483416"/>
                  <a:pt x="373043" y="474179"/>
                  <a:pt x="368239" y="463897"/>
                </a:cubicBezTo>
                <a:cubicBezTo>
                  <a:pt x="366013" y="459104"/>
                  <a:pt x="363740" y="454312"/>
                  <a:pt x="361476" y="449563"/>
                </a:cubicBezTo>
                <a:lnTo>
                  <a:pt x="341861" y="406256"/>
                </a:lnTo>
                <a:cubicBezTo>
                  <a:pt x="337447" y="396540"/>
                  <a:pt x="333299" y="386912"/>
                  <a:pt x="329237" y="377632"/>
                </a:cubicBezTo>
                <a:lnTo>
                  <a:pt x="328362" y="375584"/>
                </a:lnTo>
                <a:cubicBezTo>
                  <a:pt x="328181" y="386824"/>
                  <a:pt x="328010" y="398108"/>
                  <a:pt x="327620" y="409131"/>
                </a:cubicBezTo>
                <a:lnTo>
                  <a:pt x="326136" y="456621"/>
                </a:lnTo>
                <a:cubicBezTo>
                  <a:pt x="325870" y="461936"/>
                  <a:pt x="325613" y="467251"/>
                  <a:pt x="325394" y="472566"/>
                </a:cubicBezTo>
                <a:cubicBezTo>
                  <a:pt x="324956" y="483198"/>
                  <a:pt x="324519" y="493611"/>
                  <a:pt x="323729" y="504154"/>
                </a:cubicBezTo>
                <a:lnTo>
                  <a:pt x="323644" y="505461"/>
                </a:lnTo>
                <a:lnTo>
                  <a:pt x="308747" y="505461"/>
                </a:lnTo>
                <a:lnTo>
                  <a:pt x="308661" y="504154"/>
                </a:lnTo>
                <a:cubicBezTo>
                  <a:pt x="307957" y="493959"/>
                  <a:pt x="307481" y="483807"/>
                  <a:pt x="306996" y="472566"/>
                </a:cubicBezTo>
                <a:cubicBezTo>
                  <a:pt x="306778" y="467251"/>
                  <a:pt x="306521" y="461936"/>
                  <a:pt x="306254" y="456621"/>
                </a:cubicBezTo>
                <a:lnTo>
                  <a:pt x="304770" y="409088"/>
                </a:lnTo>
                <a:cubicBezTo>
                  <a:pt x="303810" y="381684"/>
                  <a:pt x="303638" y="353799"/>
                  <a:pt x="303458" y="326830"/>
                </a:cubicBezTo>
                <a:lnTo>
                  <a:pt x="290920" y="326830"/>
                </a:lnTo>
                <a:cubicBezTo>
                  <a:pt x="267947" y="326700"/>
                  <a:pt x="244231" y="326613"/>
                  <a:pt x="220944" y="325915"/>
                </a:cubicBezTo>
                <a:lnTo>
                  <a:pt x="173247" y="324609"/>
                </a:lnTo>
                <a:cubicBezTo>
                  <a:pt x="167873" y="324347"/>
                  <a:pt x="162545" y="324086"/>
                  <a:pt x="157209" y="323868"/>
                </a:cubicBezTo>
                <a:cubicBezTo>
                  <a:pt x="147030" y="323432"/>
                  <a:pt x="136157" y="322996"/>
                  <a:pt x="125503" y="322212"/>
                </a:cubicBezTo>
                <a:lnTo>
                  <a:pt x="124190" y="322125"/>
                </a:lnTo>
                <a:lnTo>
                  <a:pt x="124190" y="306092"/>
                </a:lnTo>
                <a:lnTo>
                  <a:pt x="125503" y="306005"/>
                </a:lnTo>
                <a:cubicBezTo>
                  <a:pt x="135853" y="305307"/>
                  <a:pt x="145984" y="304829"/>
                  <a:pt x="157209" y="304349"/>
                </a:cubicBezTo>
                <a:cubicBezTo>
                  <a:pt x="162545" y="304131"/>
                  <a:pt x="167873" y="303870"/>
                  <a:pt x="173200" y="303609"/>
                </a:cubicBezTo>
                <a:lnTo>
                  <a:pt x="220944" y="302301"/>
                </a:lnTo>
                <a:cubicBezTo>
                  <a:pt x="231779" y="302040"/>
                  <a:pt x="242738" y="301866"/>
                  <a:pt x="253620" y="301735"/>
                </a:cubicBezTo>
                <a:lnTo>
                  <a:pt x="249206" y="299862"/>
                </a:lnTo>
                <a:cubicBezTo>
                  <a:pt x="241035" y="296376"/>
                  <a:pt x="232350" y="292673"/>
                  <a:pt x="223655" y="288752"/>
                </a:cubicBezTo>
                <a:lnTo>
                  <a:pt x="175559" y="267273"/>
                </a:lnTo>
                <a:cubicBezTo>
                  <a:pt x="171754" y="265530"/>
                  <a:pt x="167958" y="263744"/>
                  <a:pt x="164153" y="262001"/>
                </a:cubicBezTo>
                <a:lnTo>
                  <a:pt x="162764" y="261348"/>
                </a:lnTo>
                <a:cubicBezTo>
                  <a:pt x="154241" y="257426"/>
                  <a:pt x="145422" y="253374"/>
                  <a:pt x="136899" y="249060"/>
                </a:cubicBezTo>
                <a:lnTo>
                  <a:pt x="135719" y="248451"/>
                </a:lnTo>
                <a:lnTo>
                  <a:pt x="141969" y="233638"/>
                </a:lnTo>
                <a:lnTo>
                  <a:pt x="143234" y="234073"/>
                </a:lnTo>
                <a:cubicBezTo>
                  <a:pt x="153889" y="237646"/>
                  <a:pt x="164638" y="241524"/>
                  <a:pt x="175036" y="245270"/>
                </a:cubicBezTo>
                <a:lnTo>
                  <a:pt x="188182" y="250020"/>
                </a:lnTo>
                <a:lnTo>
                  <a:pt x="232873" y="266836"/>
                </a:lnTo>
                <a:cubicBezTo>
                  <a:pt x="242091" y="270410"/>
                  <a:pt x="251261" y="274069"/>
                  <a:pt x="260431" y="277729"/>
                </a:cubicBezTo>
                <a:lnTo>
                  <a:pt x="262971" y="278731"/>
                </a:lnTo>
                <a:cubicBezTo>
                  <a:pt x="256331" y="272109"/>
                  <a:pt x="249206" y="264745"/>
                  <a:pt x="240474" y="255596"/>
                </a:cubicBezTo>
                <a:lnTo>
                  <a:pt x="207626" y="221090"/>
                </a:lnTo>
                <a:cubicBezTo>
                  <a:pt x="203165" y="216123"/>
                  <a:pt x="198713" y="211244"/>
                  <a:pt x="194251" y="206407"/>
                </a:cubicBezTo>
                <a:cubicBezTo>
                  <a:pt x="187526" y="199088"/>
                  <a:pt x="181457" y="192509"/>
                  <a:pt x="175559" y="185712"/>
                </a:cubicBezTo>
                <a:lnTo>
                  <a:pt x="174684" y="184711"/>
                </a:lnTo>
                <a:lnTo>
                  <a:pt x="186042" y="173426"/>
                </a:lnTo>
                <a:lnTo>
                  <a:pt x="187050" y="174298"/>
                </a:lnTo>
                <a:cubicBezTo>
                  <a:pt x="194736" y="180920"/>
                  <a:pt x="201985" y="187499"/>
                  <a:pt x="210680" y="195428"/>
                </a:cubicBezTo>
                <a:cubicBezTo>
                  <a:pt x="214609" y="199045"/>
                  <a:pt x="218547" y="202617"/>
                  <a:pt x="222514" y="206189"/>
                </a:cubicBezTo>
                <a:lnTo>
                  <a:pt x="257159" y="238910"/>
                </a:lnTo>
                <a:cubicBezTo>
                  <a:pt x="261525" y="243179"/>
                  <a:pt x="265939" y="247449"/>
                  <a:pt x="270306" y="251675"/>
                </a:cubicBezTo>
                <a:cubicBezTo>
                  <a:pt x="273711" y="254943"/>
                  <a:pt x="277117" y="258254"/>
                  <a:pt x="280484" y="261521"/>
                </a:cubicBezTo>
                <a:cubicBezTo>
                  <a:pt x="275937" y="250368"/>
                  <a:pt x="272094" y="240653"/>
                  <a:pt x="268470" y="231372"/>
                </a:cubicBezTo>
                <a:lnTo>
                  <a:pt x="251480" y="186976"/>
                </a:lnTo>
                <a:cubicBezTo>
                  <a:pt x="249910" y="182619"/>
                  <a:pt x="248331" y="178306"/>
                  <a:pt x="246762" y="174036"/>
                </a:cubicBezTo>
                <a:lnTo>
                  <a:pt x="246590" y="173513"/>
                </a:lnTo>
                <a:cubicBezTo>
                  <a:pt x="242871" y="163275"/>
                  <a:pt x="238990" y="152688"/>
                  <a:pt x="235451" y="142188"/>
                </a:cubicBezTo>
                <a:lnTo>
                  <a:pt x="235013" y="140924"/>
                </a:lnTo>
                <a:lnTo>
                  <a:pt x="249910" y="134694"/>
                </a:lnTo>
                <a:lnTo>
                  <a:pt x="250472" y="135914"/>
                </a:lnTo>
                <a:cubicBezTo>
                  <a:pt x="255104" y="145455"/>
                  <a:pt x="259651" y="155040"/>
                  <a:pt x="263057" y="162360"/>
                </a:cubicBezTo>
                <a:lnTo>
                  <a:pt x="265939" y="168503"/>
                </a:lnTo>
                <a:cubicBezTo>
                  <a:pt x="267595" y="171945"/>
                  <a:pt x="269212" y="175430"/>
                  <a:pt x="270876" y="178873"/>
                </a:cubicBezTo>
                <a:lnTo>
                  <a:pt x="290311" y="222179"/>
                </a:lnTo>
                <a:cubicBezTo>
                  <a:pt x="294202" y="230719"/>
                  <a:pt x="297874" y="239302"/>
                  <a:pt x="301450" y="247624"/>
                </a:cubicBezTo>
                <a:lnTo>
                  <a:pt x="303372" y="252024"/>
                </a:lnTo>
                <a:cubicBezTo>
                  <a:pt x="303505" y="241175"/>
                  <a:pt x="303676" y="230283"/>
                  <a:pt x="303943" y="219478"/>
                </a:cubicBezTo>
                <a:lnTo>
                  <a:pt x="305427" y="171902"/>
                </a:lnTo>
                <a:cubicBezTo>
                  <a:pt x="305693" y="166586"/>
                  <a:pt x="305950" y="161270"/>
                  <a:pt x="306169" y="155955"/>
                </a:cubicBezTo>
                <a:cubicBezTo>
                  <a:pt x="306559" y="145847"/>
                  <a:pt x="307044" y="135042"/>
                  <a:pt x="307833" y="124369"/>
                </a:cubicBezTo>
                <a:close/>
                <a:moveTo>
                  <a:pt x="315776" y="36638"/>
                </a:moveTo>
                <a:cubicBezTo>
                  <a:pt x="241301" y="36725"/>
                  <a:pt x="171240" y="65654"/>
                  <a:pt x="118558" y="118110"/>
                </a:cubicBezTo>
                <a:cubicBezTo>
                  <a:pt x="65877" y="170567"/>
                  <a:pt x="36824" y="240320"/>
                  <a:pt x="36736" y="314517"/>
                </a:cubicBezTo>
                <a:cubicBezTo>
                  <a:pt x="36736" y="369675"/>
                  <a:pt x="53035" y="423090"/>
                  <a:pt x="83780" y="468923"/>
                </a:cubicBezTo>
                <a:cubicBezTo>
                  <a:pt x="114534" y="514758"/>
                  <a:pt x="157865" y="550179"/>
                  <a:pt x="209024" y="571266"/>
                </a:cubicBezTo>
                <a:cubicBezTo>
                  <a:pt x="260174" y="592353"/>
                  <a:pt x="315910" y="597843"/>
                  <a:pt x="370256" y="587081"/>
                </a:cubicBezTo>
                <a:cubicBezTo>
                  <a:pt x="424555" y="576320"/>
                  <a:pt x="473954" y="550005"/>
                  <a:pt x="513137" y="511011"/>
                </a:cubicBezTo>
                <a:cubicBezTo>
                  <a:pt x="552282" y="472017"/>
                  <a:pt x="578709" y="422785"/>
                  <a:pt x="589496" y="368716"/>
                </a:cubicBezTo>
                <a:cubicBezTo>
                  <a:pt x="600284" y="314648"/>
                  <a:pt x="594785" y="259098"/>
                  <a:pt x="573591" y="208166"/>
                </a:cubicBezTo>
                <a:cubicBezTo>
                  <a:pt x="552406" y="157235"/>
                  <a:pt x="516847" y="114103"/>
                  <a:pt x="470806" y="83474"/>
                </a:cubicBezTo>
                <a:cubicBezTo>
                  <a:pt x="424773" y="52845"/>
                  <a:pt x="371169" y="36638"/>
                  <a:pt x="315776" y="36638"/>
                </a:cubicBezTo>
                <a:close/>
                <a:moveTo>
                  <a:pt x="284825" y="1500"/>
                </a:moveTo>
                <a:cubicBezTo>
                  <a:pt x="315518" y="-1507"/>
                  <a:pt x="346665" y="-4"/>
                  <a:pt x="377419" y="6096"/>
                </a:cubicBezTo>
                <a:cubicBezTo>
                  <a:pt x="438881" y="18252"/>
                  <a:pt x="494787" y="48009"/>
                  <a:pt x="539088" y="92144"/>
                </a:cubicBezTo>
                <a:lnTo>
                  <a:pt x="539040" y="92187"/>
                </a:lnTo>
                <a:cubicBezTo>
                  <a:pt x="583379" y="136322"/>
                  <a:pt x="613259" y="192003"/>
                  <a:pt x="625492" y="253216"/>
                </a:cubicBezTo>
                <a:cubicBezTo>
                  <a:pt x="637726" y="314430"/>
                  <a:pt x="631514" y="377256"/>
                  <a:pt x="607532" y="434897"/>
                </a:cubicBezTo>
                <a:cubicBezTo>
                  <a:pt x="583551" y="492537"/>
                  <a:pt x="543321" y="541334"/>
                  <a:pt x="491210" y="576015"/>
                </a:cubicBezTo>
                <a:cubicBezTo>
                  <a:pt x="439100" y="610652"/>
                  <a:pt x="378465" y="628994"/>
                  <a:pt x="315776" y="628994"/>
                </a:cubicBezTo>
                <a:cubicBezTo>
                  <a:pt x="231474" y="628863"/>
                  <a:pt x="152233" y="596143"/>
                  <a:pt x="92607" y="536760"/>
                </a:cubicBezTo>
                <a:cubicBezTo>
                  <a:pt x="32980" y="477419"/>
                  <a:pt x="88" y="398474"/>
                  <a:pt x="0" y="314517"/>
                </a:cubicBezTo>
                <a:cubicBezTo>
                  <a:pt x="0" y="252083"/>
                  <a:pt x="18390" y="191698"/>
                  <a:pt x="53253" y="139765"/>
                </a:cubicBezTo>
                <a:cubicBezTo>
                  <a:pt x="88060" y="87874"/>
                  <a:pt x="137080" y="47835"/>
                  <a:pt x="194955" y="23959"/>
                </a:cubicBezTo>
                <a:cubicBezTo>
                  <a:pt x="223893" y="12021"/>
                  <a:pt x="254132" y="4506"/>
                  <a:pt x="284825" y="1500"/>
                </a:cubicBezTo>
                <a:close/>
              </a:path>
            </a:pathLst>
          </a:custGeom>
          <a:solidFill>
            <a:schemeClr val="lt1"/>
          </a:solidFill>
          <a:ln>
            <a:noFill/>
          </a:ln>
        </p:spPr>
        <p:txBody>
          <a:bodyPr spcFirstLastPara="1" wrap="square" lIns="141675" tIns="70825" rIns="141675" bIns="70825" anchor="ctr" anchorCtr="0">
            <a:noAutofit/>
          </a:bodyPr>
          <a:lstStyle/>
          <a:p>
            <a:pPr marL="0" marR="0" lvl="0" indent="0" algn="l" rtl="0">
              <a:lnSpc>
                <a:spcPct val="100000"/>
              </a:lnSpc>
              <a:spcBef>
                <a:spcPts val="0"/>
              </a:spcBef>
              <a:spcAft>
                <a:spcPts val="0"/>
              </a:spcAft>
              <a:buNone/>
            </a:pPr>
            <a:endParaRPr sz="217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 Blue">
  <p:cSld name="Comparison_1_1_1_1">
    <p:bg>
      <p:bgPr>
        <a:solidFill>
          <a:schemeClr val="accent1"/>
        </a:solidFill>
        <a:effectLst/>
      </p:bgPr>
    </p:bg>
    <p:spTree>
      <p:nvGrpSpPr>
        <p:cNvPr id="1" name="Shape 16"/>
        <p:cNvGrpSpPr/>
        <p:nvPr/>
      </p:nvGrpSpPr>
      <p:grpSpPr>
        <a:xfrm>
          <a:off x="0" y="0"/>
          <a:ext cx="0" cy="0"/>
          <a:chOff x="0" y="0"/>
          <a:chExt cx="0" cy="0"/>
        </a:xfrm>
      </p:grpSpPr>
      <p:sp>
        <p:nvSpPr>
          <p:cNvPr id="17" name="Google Shape;17;p3"/>
          <p:cNvSpPr txBox="1">
            <a:spLocks noGrp="1"/>
          </p:cNvSpPr>
          <p:nvPr>
            <p:ph type="sldNum" idx="12"/>
          </p:nvPr>
        </p:nvSpPr>
        <p:spPr>
          <a:xfrm>
            <a:off x="16514400" y="345450"/>
            <a:ext cx="1097400" cy="284700"/>
          </a:xfrm>
          <a:prstGeom prst="rect">
            <a:avLst/>
          </a:prstGeom>
          <a:noFill/>
          <a:ln>
            <a:noFill/>
          </a:ln>
        </p:spPr>
        <p:txBody>
          <a:bodyPr spcFirstLastPara="1" wrap="square" lIns="0" tIns="0" rIns="0" bIns="0" anchor="ctr" anchorCtr="0">
            <a:noAutofit/>
          </a:bodyPr>
          <a:lstStyle>
            <a:lvl1pPr lvl="0" algn="r">
              <a:buNone/>
              <a:defRPr sz="1200">
                <a:solidFill>
                  <a:schemeClr val="lt1"/>
                </a:solidFill>
                <a:latin typeface="Poppins Light"/>
                <a:ea typeface="Poppins Light"/>
                <a:cs typeface="Poppins Light"/>
                <a:sym typeface="Poppins Light"/>
              </a:defRPr>
            </a:lvl1pPr>
            <a:lvl2pPr lvl="1" algn="r">
              <a:buNone/>
              <a:defRPr sz="1200">
                <a:solidFill>
                  <a:schemeClr val="lt1"/>
                </a:solidFill>
                <a:latin typeface="Poppins Light"/>
                <a:ea typeface="Poppins Light"/>
                <a:cs typeface="Poppins Light"/>
                <a:sym typeface="Poppins Light"/>
              </a:defRPr>
            </a:lvl2pPr>
            <a:lvl3pPr lvl="2" algn="r">
              <a:buNone/>
              <a:defRPr sz="1200">
                <a:solidFill>
                  <a:schemeClr val="lt1"/>
                </a:solidFill>
                <a:latin typeface="Poppins Light"/>
                <a:ea typeface="Poppins Light"/>
                <a:cs typeface="Poppins Light"/>
                <a:sym typeface="Poppins Light"/>
              </a:defRPr>
            </a:lvl3pPr>
            <a:lvl4pPr lvl="3" algn="r">
              <a:buNone/>
              <a:defRPr sz="1200">
                <a:solidFill>
                  <a:schemeClr val="lt1"/>
                </a:solidFill>
                <a:latin typeface="Poppins Light"/>
                <a:ea typeface="Poppins Light"/>
                <a:cs typeface="Poppins Light"/>
                <a:sym typeface="Poppins Light"/>
              </a:defRPr>
            </a:lvl4pPr>
            <a:lvl5pPr lvl="4" algn="r">
              <a:buNone/>
              <a:defRPr sz="1200">
                <a:solidFill>
                  <a:schemeClr val="lt1"/>
                </a:solidFill>
                <a:latin typeface="Poppins Light"/>
                <a:ea typeface="Poppins Light"/>
                <a:cs typeface="Poppins Light"/>
                <a:sym typeface="Poppins Light"/>
              </a:defRPr>
            </a:lvl5pPr>
            <a:lvl6pPr lvl="5" algn="r">
              <a:buNone/>
              <a:defRPr sz="1200">
                <a:solidFill>
                  <a:schemeClr val="lt1"/>
                </a:solidFill>
                <a:latin typeface="Poppins Light"/>
                <a:ea typeface="Poppins Light"/>
                <a:cs typeface="Poppins Light"/>
                <a:sym typeface="Poppins Light"/>
              </a:defRPr>
            </a:lvl6pPr>
            <a:lvl7pPr lvl="6" algn="r">
              <a:buNone/>
              <a:defRPr sz="1200">
                <a:solidFill>
                  <a:schemeClr val="lt1"/>
                </a:solidFill>
                <a:latin typeface="Poppins Light"/>
                <a:ea typeface="Poppins Light"/>
                <a:cs typeface="Poppins Light"/>
                <a:sym typeface="Poppins Light"/>
              </a:defRPr>
            </a:lvl7pPr>
            <a:lvl8pPr lvl="7" algn="r">
              <a:buNone/>
              <a:defRPr sz="1200">
                <a:solidFill>
                  <a:schemeClr val="lt1"/>
                </a:solidFill>
                <a:latin typeface="Poppins Light"/>
                <a:ea typeface="Poppins Light"/>
                <a:cs typeface="Poppins Light"/>
                <a:sym typeface="Poppins Light"/>
              </a:defRPr>
            </a:lvl8pPr>
            <a:lvl9pPr lvl="8" algn="r">
              <a:buNone/>
              <a:defRPr sz="1200">
                <a:solidFill>
                  <a:schemeClr val="lt1"/>
                </a:solidFill>
                <a:latin typeface="Poppins Light"/>
                <a:ea typeface="Poppins Light"/>
                <a:cs typeface="Poppins Light"/>
                <a:sym typeface="Poppins Light"/>
              </a:defRPr>
            </a:lvl9pPr>
          </a:lstStyle>
          <a:p>
            <a:pPr marL="0" lvl="0" indent="0" algn="r" rtl="0">
              <a:spcBef>
                <a:spcPts val="0"/>
              </a:spcBef>
              <a:spcAft>
                <a:spcPts val="0"/>
              </a:spcAft>
              <a:buNone/>
            </a:pPr>
            <a:fld id="{00000000-1234-1234-1234-123412341234}" type="slidenum">
              <a:rPr lang="en-US"/>
              <a:t>‹N°›</a:t>
            </a:fld>
            <a:endParaRPr/>
          </a:p>
        </p:txBody>
      </p:sp>
      <p:sp>
        <p:nvSpPr>
          <p:cNvPr id="18" name="Google Shape;18;p3"/>
          <p:cNvSpPr txBox="1">
            <a:spLocks noGrp="1"/>
          </p:cNvSpPr>
          <p:nvPr>
            <p:ph type="subTitle" idx="1"/>
          </p:nvPr>
        </p:nvSpPr>
        <p:spPr>
          <a:xfrm>
            <a:off x="12187250" y="345450"/>
            <a:ext cx="4929300" cy="284700"/>
          </a:xfrm>
          <a:prstGeom prst="rect">
            <a:avLst/>
          </a:prstGeom>
          <a:noFill/>
          <a:ln>
            <a:noFill/>
          </a:ln>
        </p:spPr>
        <p:txBody>
          <a:bodyPr spcFirstLastPara="1" wrap="square" lIns="0" tIns="0" rIns="0" bIns="0" anchor="ctr" anchorCtr="0">
            <a:noAutofit/>
          </a:bodyPr>
          <a:lstStyle>
            <a:lvl1pPr lvl="0" algn="r">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1pPr>
            <a:lvl2pPr lvl="1">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2pPr>
            <a:lvl3pPr lvl="2">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3pPr>
            <a:lvl4pPr lvl="3">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4pPr>
            <a:lvl5pPr lvl="4">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5pPr>
            <a:lvl6pPr lvl="5">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6pPr>
            <a:lvl7pPr lvl="6">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7pPr>
            <a:lvl8pPr lvl="7">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8pPr>
            <a:lvl9pPr lvl="8">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9pPr>
          </a:lstStyle>
          <a:p>
            <a:endParaRPr/>
          </a:p>
        </p:txBody>
      </p:sp>
      <p:sp>
        <p:nvSpPr>
          <p:cNvPr id="19" name="Google Shape;19;p3"/>
          <p:cNvSpPr/>
          <p:nvPr/>
        </p:nvSpPr>
        <p:spPr>
          <a:xfrm>
            <a:off x="685792" y="345496"/>
            <a:ext cx="285800" cy="284620"/>
          </a:xfrm>
          <a:custGeom>
            <a:avLst/>
            <a:gdLst/>
            <a:ahLst/>
            <a:cxnLst/>
            <a:rect l="l" t="t" r="r" b="b"/>
            <a:pathLst>
              <a:path w="631602" h="628994" extrusionOk="0">
                <a:moveTo>
                  <a:pt x="307919" y="123061"/>
                </a:moveTo>
                <a:lnTo>
                  <a:pt x="323948" y="123061"/>
                </a:lnTo>
                <a:lnTo>
                  <a:pt x="324034" y="124369"/>
                </a:lnTo>
                <a:cubicBezTo>
                  <a:pt x="324738" y="134737"/>
                  <a:pt x="325213" y="145237"/>
                  <a:pt x="325698" y="155955"/>
                </a:cubicBezTo>
                <a:cubicBezTo>
                  <a:pt x="325917" y="161270"/>
                  <a:pt x="326174" y="166586"/>
                  <a:pt x="326440" y="171902"/>
                </a:cubicBezTo>
                <a:lnTo>
                  <a:pt x="327753" y="219435"/>
                </a:lnTo>
                <a:cubicBezTo>
                  <a:pt x="328581" y="248407"/>
                  <a:pt x="328714" y="277163"/>
                  <a:pt x="328714" y="301648"/>
                </a:cubicBezTo>
                <a:cubicBezTo>
                  <a:pt x="361866" y="301866"/>
                  <a:pt x="387379" y="302258"/>
                  <a:pt x="411265" y="302955"/>
                </a:cubicBezTo>
                <a:lnTo>
                  <a:pt x="459276" y="304262"/>
                </a:lnTo>
                <a:cubicBezTo>
                  <a:pt x="464651" y="304524"/>
                  <a:pt x="469978" y="304785"/>
                  <a:pt x="475305" y="305002"/>
                </a:cubicBezTo>
                <a:lnTo>
                  <a:pt x="475572" y="304915"/>
                </a:lnTo>
                <a:cubicBezTo>
                  <a:pt x="485703" y="305307"/>
                  <a:pt x="496490" y="305787"/>
                  <a:pt x="507287" y="306571"/>
                </a:cubicBezTo>
                <a:lnTo>
                  <a:pt x="508590" y="306658"/>
                </a:lnTo>
                <a:lnTo>
                  <a:pt x="508590" y="321515"/>
                </a:lnTo>
                <a:lnTo>
                  <a:pt x="507287" y="321602"/>
                </a:lnTo>
                <a:cubicBezTo>
                  <a:pt x="496842" y="322343"/>
                  <a:pt x="486321" y="322823"/>
                  <a:pt x="475572" y="323301"/>
                </a:cubicBezTo>
                <a:lnTo>
                  <a:pt x="474915" y="323301"/>
                </a:lnTo>
                <a:cubicBezTo>
                  <a:pt x="469807" y="323519"/>
                  <a:pt x="464689" y="323737"/>
                  <a:pt x="459581" y="323999"/>
                </a:cubicBezTo>
                <a:lnTo>
                  <a:pt x="411884" y="325480"/>
                </a:lnTo>
                <a:cubicBezTo>
                  <a:pt x="400744" y="325915"/>
                  <a:pt x="389386" y="326090"/>
                  <a:pt x="378247" y="326220"/>
                </a:cubicBezTo>
                <a:cubicBezTo>
                  <a:pt x="389776" y="331144"/>
                  <a:pt x="399650" y="335457"/>
                  <a:pt x="409002" y="339683"/>
                </a:cubicBezTo>
                <a:lnTo>
                  <a:pt x="452332" y="359071"/>
                </a:lnTo>
                <a:cubicBezTo>
                  <a:pt x="457136" y="361380"/>
                  <a:pt x="461940" y="363646"/>
                  <a:pt x="466744" y="365824"/>
                </a:cubicBezTo>
                <a:lnTo>
                  <a:pt x="468009" y="366434"/>
                </a:lnTo>
                <a:cubicBezTo>
                  <a:pt x="477056" y="370661"/>
                  <a:pt x="486407" y="375017"/>
                  <a:pt x="495491" y="379591"/>
                </a:cubicBezTo>
                <a:lnTo>
                  <a:pt x="496671" y="380201"/>
                </a:lnTo>
                <a:lnTo>
                  <a:pt x="490906" y="393838"/>
                </a:lnTo>
                <a:lnTo>
                  <a:pt x="489679" y="393447"/>
                </a:lnTo>
                <a:cubicBezTo>
                  <a:pt x="480461" y="390441"/>
                  <a:pt x="471681" y="387304"/>
                  <a:pt x="461198" y="383513"/>
                </a:cubicBezTo>
                <a:cubicBezTo>
                  <a:pt x="455738" y="381552"/>
                  <a:pt x="450192" y="379548"/>
                  <a:pt x="444646" y="377632"/>
                </a:cubicBezTo>
                <a:lnTo>
                  <a:pt x="400002" y="360857"/>
                </a:lnTo>
                <a:cubicBezTo>
                  <a:pt x="392050" y="357851"/>
                  <a:pt x="384145" y="354758"/>
                  <a:pt x="376240" y="351621"/>
                </a:cubicBezTo>
                <a:cubicBezTo>
                  <a:pt x="373662" y="350619"/>
                  <a:pt x="371084" y="349573"/>
                  <a:pt x="368506" y="348571"/>
                </a:cubicBezTo>
                <a:lnTo>
                  <a:pt x="370998" y="351142"/>
                </a:lnTo>
                <a:cubicBezTo>
                  <a:pt x="377372" y="357720"/>
                  <a:pt x="384801" y="365344"/>
                  <a:pt x="391879" y="372882"/>
                </a:cubicBezTo>
                <a:lnTo>
                  <a:pt x="424545" y="407562"/>
                </a:lnTo>
                <a:cubicBezTo>
                  <a:pt x="427608" y="410961"/>
                  <a:pt x="430662" y="414316"/>
                  <a:pt x="433725" y="417627"/>
                </a:cubicBezTo>
                <a:lnTo>
                  <a:pt x="434772" y="418803"/>
                </a:lnTo>
                <a:cubicBezTo>
                  <a:pt x="441887" y="426602"/>
                  <a:pt x="449269" y="434706"/>
                  <a:pt x="456394" y="442897"/>
                </a:cubicBezTo>
                <a:lnTo>
                  <a:pt x="457269" y="443899"/>
                </a:lnTo>
                <a:lnTo>
                  <a:pt x="446739" y="454355"/>
                </a:lnTo>
                <a:lnTo>
                  <a:pt x="445740" y="453527"/>
                </a:lnTo>
                <a:cubicBezTo>
                  <a:pt x="436864" y="445946"/>
                  <a:pt x="428179" y="438104"/>
                  <a:pt x="420835" y="431395"/>
                </a:cubicBezTo>
                <a:cubicBezTo>
                  <a:pt x="417297" y="428171"/>
                  <a:pt x="413758" y="424947"/>
                  <a:pt x="410219" y="421766"/>
                </a:cubicBezTo>
                <a:lnTo>
                  <a:pt x="375364" y="389220"/>
                </a:lnTo>
                <a:cubicBezTo>
                  <a:pt x="368116" y="382467"/>
                  <a:pt x="360819" y="375453"/>
                  <a:pt x="353780" y="368656"/>
                </a:cubicBezTo>
                <a:lnTo>
                  <a:pt x="351116" y="366086"/>
                </a:lnTo>
                <a:cubicBezTo>
                  <a:pt x="355007" y="375714"/>
                  <a:pt x="359022" y="385996"/>
                  <a:pt x="363302" y="397324"/>
                </a:cubicBezTo>
                <a:lnTo>
                  <a:pt x="380121" y="441721"/>
                </a:lnTo>
                <a:cubicBezTo>
                  <a:pt x="381652" y="446165"/>
                  <a:pt x="383222" y="450565"/>
                  <a:pt x="384801" y="454922"/>
                </a:cubicBezTo>
                <a:lnTo>
                  <a:pt x="386856" y="460716"/>
                </a:lnTo>
                <a:cubicBezTo>
                  <a:pt x="389862" y="469169"/>
                  <a:pt x="393011" y="477969"/>
                  <a:pt x="395941" y="486683"/>
                </a:cubicBezTo>
                <a:lnTo>
                  <a:pt x="396378" y="487946"/>
                </a:lnTo>
                <a:lnTo>
                  <a:pt x="382661" y="493698"/>
                </a:lnTo>
                <a:lnTo>
                  <a:pt x="382042" y="492521"/>
                </a:lnTo>
                <a:cubicBezTo>
                  <a:pt x="377419" y="483416"/>
                  <a:pt x="373043" y="474179"/>
                  <a:pt x="368239" y="463897"/>
                </a:cubicBezTo>
                <a:cubicBezTo>
                  <a:pt x="366013" y="459104"/>
                  <a:pt x="363740" y="454312"/>
                  <a:pt x="361476" y="449563"/>
                </a:cubicBezTo>
                <a:lnTo>
                  <a:pt x="341861" y="406256"/>
                </a:lnTo>
                <a:cubicBezTo>
                  <a:pt x="337447" y="396540"/>
                  <a:pt x="333299" y="386912"/>
                  <a:pt x="329237" y="377632"/>
                </a:cubicBezTo>
                <a:lnTo>
                  <a:pt x="328362" y="375584"/>
                </a:lnTo>
                <a:cubicBezTo>
                  <a:pt x="328181" y="386824"/>
                  <a:pt x="328010" y="398108"/>
                  <a:pt x="327620" y="409131"/>
                </a:cubicBezTo>
                <a:lnTo>
                  <a:pt x="326136" y="456621"/>
                </a:lnTo>
                <a:cubicBezTo>
                  <a:pt x="325870" y="461936"/>
                  <a:pt x="325613" y="467251"/>
                  <a:pt x="325394" y="472566"/>
                </a:cubicBezTo>
                <a:cubicBezTo>
                  <a:pt x="324956" y="483198"/>
                  <a:pt x="324519" y="493611"/>
                  <a:pt x="323729" y="504154"/>
                </a:cubicBezTo>
                <a:lnTo>
                  <a:pt x="323644" y="505461"/>
                </a:lnTo>
                <a:lnTo>
                  <a:pt x="308747" y="505461"/>
                </a:lnTo>
                <a:lnTo>
                  <a:pt x="308661" y="504154"/>
                </a:lnTo>
                <a:cubicBezTo>
                  <a:pt x="307957" y="493959"/>
                  <a:pt x="307481" y="483807"/>
                  <a:pt x="306996" y="472566"/>
                </a:cubicBezTo>
                <a:cubicBezTo>
                  <a:pt x="306778" y="467251"/>
                  <a:pt x="306521" y="461936"/>
                  <a:pt x="306254" y="456621"/>
                </a:cubicBezTo>
                <a:lnTo>
                  <a:pt x="304770" y="409088"/>
                </a:lnTo>
                <a:cubicBezTo>
                  <a:pt x="303810" y="381684"/>
                  <a:pt x="303638" y="353799"/>
                  <a:pt x="303458" y="326830"/>
                </a:cubicBezTo>
                <a:lnTo>
                  <a:pt x="290920" y="326830"/>
                </a:lnTo>
                <a:cubicBezTo>
                  <a:pt x="267947" y="326700"/>
                  <a:pt x="244231" y="326613"/>
                  <a:pt x="220944" y="325915"/>
                </a:cubicBezTo>
                <a:lnTo>
                  <a:pt x="173247" y="324609"/>
                </a:lnTo>
                <a:cubicBezTo>
                  <a:pt x="167873" y="324347"/>
                  <a:pt x="162545" y="324086"/>
                  <a:pt x="157209" y="323868"/>
                </a:cubicBezTo>
                <a:cubicBezTo>
                  <a:pt x="147030" y="323432"/>
                  <a:pt x="136157" y="322996"/>
                  <a:pt x="125503" y="322212"/>
                </a:cubicBezTo>
                <a:lnTo>
                  <a:pt x="124190" y="322125"/>
                </a:lnTo>
                <a:lnTo>
                  <a:pt x="124190" y="306092"/>
                </a:lnTo>
                <a:lnTo>
                  <a:pt x="125503" y="306005"/>
                </a:lnTo>
                <a:cubicBezTo>
                  <a:pt x="135853" y="305307"/>
                  <a:pt x="145984" y="304829"/>
                  <a:pt x="157209" y="304349"/>
                </a:cubicBezTo>
                <a:cubicBezTo>
                  <a:pt x="162545" y="304131"/>
                  <a:pt x="167873" y="303870"/>
                  <a:pt x="173200" y="303609"/>
                </a:cubicBezTo>
                <a:lnTo>
                  <a:pt x="220944" y="302301"/>
                </a:lnTo>
                <a:cubicBezTo>
                  <a:pt x="231779" y="302040"/>
                  <a:pt x="242738" y="301866"/>
                  <a:pt x="253620" y="301735"/>
                </a:cubicBezTo>
                <a:lnTo>
                  <a:pt x="249206" y="299862"/>
                </a:lnTo>
                <a:cubicBezTo>
                  <a:pt x="241035" y="296376"/>
                  <a:pt x="232350" y="292673"/>
                  <a:pt x="223655" y="288752"/>
                </a:cubicBezTo>
                <a:lnTo>
                  <a:pt x="175559" y="267273"/>
                </a:lnTo>
                <a:cubicBezTo>
                  <a:pt x="171754" y="265530"/>
                  <a:pt x="167958" y="263744"/>
                  <a:pt x="164153" y="262001"/>
                </a:cubicBezTo>
                <a:lnTo>
                  <a:pt x="162764" y="261348"/>
                </a:lnTo>
                <a:cubicBezTo>
                  <a:pt x="154241" y="257426"/>
                  <a:pt x="145422" y="253374"/>
                  <a:pt x="136899" y="249060"/>
                </a:cubicBezTo>
                <a:lnTo>
                  <a:pt x="135719" y="248451"/>
                </a:lnTo>
                <a:lnTo>
                  <a:pt x="141969" y="233638"/>
                </a:lnTo>
                <a:lnTo>
                  <a:pt x="143234" y="234073"/>
                </a:lnTo>
                <a:cubicBezTo>
                  <a:pt x="153889" y="237646"/>
                  <a:pt x="164638" y="241524"/>
                  <a:pt x="175036" y="245270"/>
                </a:cubicBezTo>
                <a:lnTo>
                  <a:pt x="188182" y="250020"/>
                </a:lnTo>
                <a:lnTo>
                  <a:pt x="232873" y="266836"/>
                </a:lnTo>
                <a:cubicBezTo>
                  <a:pt x="242091" y="270410"/>
                  <a:pt x="251261" y="274069"/>
                  <a:pt x="260431" y="277729"/>
                </a:cubicBezTo>
                <a:lnTo>
                  <a:pt x="262971" y="278731"/>
                </a:lnTo>
                <a:cubicBezTo>
                  <a:pt x="256331" y="272109"/>
                  <a:pt x="249206" y="264745"/>
                  <a:pt x="240474" y="255596"/>
                </a:cubicBezTo>
                <a:lnTo>
                  <a:pt x="207626" y="221090"/>
                </a:lnTo>
                <a:cubicBezTo>
                  <a:pt x="203165" y="216123"/>
                  <a:pt x="198713" y="211244"/>
                  <a:pt x="194251" y="206407"/>
                </a:cubicBezTo>
                <a:cubicBezTo>
                  <a:pt x="187526" y="199088"/>
                  <a:pt x="181457" y="192509"/>
                  <a:pt x="175559" y="185712"/>
                </a:cubicBezTo>
                <a:lnTo>
                  <a:pt x="174684" y="184711"/>
                </a:lnTo>
                <a:lnTo>
                  <a:pt x="186042" y="173426"/>
                </a:lnTo>
                <a:lnTo>
                  <a:pt x="187050" y="174298"/>
                </a:lnTo>
                <a:cubicBezTo>
                  <a:pt x="194736" y="180920"/>
                  <a:pt x="201985" y="187499"/>
                  <a:pt x="210680" y="195428"/>
                </a:cubicBezTo>
                <a:cubicBezTo>
                  <a:pt x="214609" y="199045"/>
                  <a:pt x="218547" y="202617"/>
                  <a:pt x="222514" y="206189"/>
                </a:cubicBezTo>
                <a:lnTo>
                  <a:pt x="257159" y="238910"/>
                </a:lnTo>
                <a:cubicBezTo>
                  <a:pt x="261525" y="243179"/>
                  <a:pt x="265939" y="247449"/>
                  <a:pt x="270306" y="251675"/>
                </a:cubicBezTo>
                <a:cubicBezTo>
                  <a:pt x="273711" y="254943"/>
                  <a:pt x="277117" y="258254"/>
                  <a:pt x="280484" y="261521"/>
                </a:cubicBezTo>
                <a:cubicBezTo>
                  <a:pt x="275937" y="250368"/>
                  <a:pt x="272094" y="240653"/>
                  <a:pt x="268470" y="231372"/>
                </a:cubicBezTo>
                <a:lnTo>
                  <a:pt x="251480" y="186976"/>
                </a:lnTo>
                <a:cubicBezTo>
                  <a:pt x="249910" y="182619"/>
                  <a:pt x="248331" y="178306"/>
                  <a:pt x="246762" y="174036"/>
                </a:cubicBezTo>
                <a:lnTo>
                  <a:pt x="246590" y="173513"/>
                </a:lnTo>
                <a:cubicBezTo>
                  <a:pt x="242871" y="163275"/>
                  <a:pt x="238990" y="152688"/>
                  <a:pt x="235451" y="142188"/>
                </a:cubicBezTo>
                <a:lnTo>
                  <a:pt x="235013" y="140924"/>
                </a:lnTo>
                <a:lnTo>
                  <a:pt x="249910" y="134694"/>
                </a:lnTo>
                <a:lnTo>
                  <a:pt x="250472" y="135914"/>
                </a:lnTo>
                <a:cubicBezTo>
                  <a:pt x="255104" y="145455"/>
                  <a:pt x="259651" y="155040"/>
                  <a:pt x="263057" y="162360"/>
                </a:cubicBezTo>
                <a:lnTo>
                  <a:pt x="265939" y="168503"/>
                </a:lnTo>
                <a:cubicBezTo>
                  <a:pt x="267595" y="171945"/>
                  <a:pt x="269212" y="175430"/>
                  <a:pt x="270876" y="178873"/>
                </a:cubicBezTo>
                <a:lnTo>
                  <a:pt x="290311" y="222179"/>
                </a:lnTo>
                <a:cubicBezTo>
                  <a:pt x="294202" y="230719"/>
                  <a:pt x="297874" y="239302"/>
                  <a:pt x="301450" y="247624"/>
                </a:cubicBezTo>
                <a:lnTo>
                  <a:pt x="303372" y="252024"/>
                </a:lnTo>
                <a:cubicBezTo>
                  <a:pt x="303505" y="241175"/>
                  <a:pt x="303676" y="230283"/>
                  <a:pt x="303943" y="219478"/>
                </a:cubicBezTo>
                <a:lnTo>
                  <a:pt x="305427" y="171902"/>
                </a:lnTo>
                <a:cubicBezTo>
                  <a:pt x="305693" y="166586"/>
                  <a:pt x="305950" y="161270"/>
                  <a:pt x="306169" y="155955"/>
                </a:cubicBezTo>
                <a:cubicBezTo>
                  <a:pt x="306559" y="145847"/>
                  <a:pt x="307044" y="135042"/>
                  <a:pt x="307833" y="124369"/>
                </a:cubicBezTo>
                <a:close/>
                <a:moveTo>
                  <a:pt x="315776" y="36638"/>
                </a:moveTo>
                <a:cubicBezTo>
                  <a:pt x="241301" y="36725"/>
                  <a:pt x="171240" y="65654"/>
                  <a:pt x="118558" y="118110"/>
                </a:cubicBezTo>
                <a:cubicBezTo>
                  <a:pt x="65877" y="170567"/>
                  <a:pt x="36824" y="240320"/>
                  <a:pt x="36736" y="314517"/>
                </a:cubicBezTo>
                <a:cubicBezTo>
                  <a:pt x="36736" y="369675"/>
                  <a:pt x="53035" y="423090"/>
                  <a:pt x="83780" y="468923"/>
                </a:cubicBezTo>
                <a:cubicBezTo>
                  <a:pt x="114534" y="514758"/>
                  <a:pt x="157865" y="550179"/>
                  <a:pt x="209024" y="571266"/>
                </a:cubicBezTo>
                <a:cubicBezTo>
                  <a:pt x="260174" y="592353"/>
                  <a:pt x="315910" y="597843"/>
                  <a:pt x="370256" y="587081"/>
                </a:cubicBezTo>
                <a:cubicBezTo>
                  <a:pt x="424555" y="576320"/>
                  <a:pt x="473954" y="550005"/>
                  <a:pt x="513137" y="511011"/>
                </a:cubicBezTo>
                <a:cubicBezTo>
                  <a:pt x="552282" y="472017"/>
                  <a:pt x="578709" y="422785"/>
                  <a:pt x="589496" y="368716"/>
                </a:cubicBezTo>
                <a:cubicBezTo>
                  <a:pt x="600284" y="314648"/>
                  <a:pt x="594785" y="259098"/>
                  <a:pt x="573591" y="208166"/>
                </a:cubicBezTo>
                <a:cubicBezTo>
                  <a:pt x="552406" y="157235"/>
                  <a:pt x="516847" y="114103"/>
                  <a:pt x="470806" y="83474"/>
                </a:cubicBezTo>
                <a:cubicBezTo>
                  <a:pt x="424773" y="52845"/>
                  <a:pt x="371169" y="36638"/>
                  <a:pt x="315776" y="36638"/>
                </a:cubicBezTo>
                <a:close/>
                <a:moveTo>
                  <a:pt x="284825" y="1500"/>
                </a:moveTo>
                <a:cubicBezTo>
                  <a:pt x="315518" y="-1507"/>
                  <a:pt x="346665" y="-4"/>
                  <a:pt x="377419" y="6096"/>
                </a:cubicBezTo>
                <a:cubicBezTo>
                  <a:pt x="438881" y="18252"/>
                  <a:pt x="494787" y="48009"/>
                  <a:pt x="539088" y="92144"/>
                </a:cubicBezTo>
                <a:lnTo>
                  <a:pt x="539040" y="92187"/>
                </a:lnTo>
                <a:cubicBezTo>
                  <a:pt x="583379" y="136322"/>
                  <a:pt x="613259" y="192003"/>
                  <a:pt x="625492" y="253216"/>
                </a:cubicBezTo>
                <a:cubicBezTo>
                  <a:pt x="637726" y="314430"/>
                  <a:pt x="631514" y="377256"/>
                  <a:pt x="607532" y="434897"/>
                </a:cubicBezTo>
                <a:cubicBezTo>
                  <a:pt x="583551" y="492537"/>
                  <a:pt x="543321" y="541334"/>
                  <a:pt x="491210" y="576015"/>
                </a:cubicBezTo>
                <a:cubicBezTo>
                  <a:pt x="439100" y="610652"/>
                  <a:pt x="378465" y="628994"/>
                  <a:pt x="315776" y="628994"/>
                </a:cubicBezTo>
                <a:cubicBezTo>
                  <a:pt x="231474" y="628863"/>
                  <a:pt x="152233" y="596143"/>
                  <a:pt x="92607" y="536760"/>
                </a:cubicBezTo>
                <a:cubicBezTo>
                  <a:pt x="32980" y="477419"/>
                  <a:pt x="88" y="398474"/>
                  <a:pt x="0" y="314517"/>
                </a:cubicBezTo>
                <a:cubicBezTo>
                  <a:pt x="0" y="252083"/>
                  <a:pt x="18390" y="191698"/>
                  <a:pt x="53253" y="139765"/>
                </a:cubicBezTo>
                <a:cubicBezTo>
                  <a:pt x="88060" y="87874"/>
                  <a:pt x="137080" y="47835"/>
                  <a:pt x="194955" y="23959"/>
                </a:cubicBezTo>
                <a:cubicBezTo>
                  <a:pt x="223893" y="12021"/>
                  <a:pt x="254132" y="4506"/>
                  <a:pt x="284825" y="1500"/>
                </a:cubicBezTo>
                <a:close/>
              </a:path>
            </a:pathLst>
          </a:custGeom>
          <a:solidFill>
            <a:schemeClr val="lt1"/>
          </a:solidFill>
          <a:ln>
            <a:noFill/>
          </a:ln>
        </p:spPr>
        <p:txBody>
          <a:bodyPr spcFirstLastPara="1" wrap="square" lIns="141675" tIns="70825" rIns="141675" bIns="70825" anchor="ctr" anchorCtr="0">
            <a:noAutofit/>
          </a:bodyPr>
          <a:lstStyle/>
          <a:p>
            <a:pPr marL="0" marR="0" lvl="0" indent="0" algn="l" rtl="0">
              <a:lnSpc>
                <a:spcPct val="100000"/>
              </a:lnSpc>
              <a:spcBef>
                <a:spcPts val="0"/>
              </a:spcBef>
              <a:spcAft>
                <a:spcPts val="0"/>
              </a:spcAft>
              <a:buNone/>
            </a:pPr>
            <a:endParaRPr sz="217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Headline only - Dark">
  <p:cSld name="TITLE_ONLY_4">
    <p:bg>
      <p:bgPr>
        <a:solidFill>
          <a:schemeClr val="dk1"/>
        </a:solidFill>
        <a:effectLst/>
      </p:bgPr>
    </p:bg>
    <p:spTree>
      <p:nvGrpSpPr>
        <p:cNvPr id="1" name="Shape 20"/>
        <p:cNvGrpSpPr/>
        <p:nvPr/>
      </p:nvGrpSpPr>
      <p:grpSpPr>
        <a:xfrm>
          <a:off x="0" y="0"/>
          <a:ext cx="0" cy="0"/>
          <a:chOff x="0" y="0"/>
          <a:chExt cx="0" cy="0"/>
        </a:xfrm>
      </p:grpSpPr>
      <p:sp>
        <p:nvSpPr>
          <p:cNvPr id="21" name="Google Shape;21;p4"/>
          <p:cNvSpPr txBox="1">
            <a:spLocks noGrp="1"/>
          </p:cNvSpPr>
          <p:nvPr>
            <p:ph type="sldNum" idx="12"/>
          </p:nvPr>
        </p:nvSpPr>
        <p:spPr>
          <a:xfrm>
            <a:off x="16514400" y="345450"/>
            <a:ext cx="1097400" cy="284700"/>
          </a:xfrm>
          <a:prstGeom prst="rect">
            <a:avLst/>
          </a:prstGeom>
          <a:noFill/>
          <a:ln>
            <a:noFill/>
          </a:ln>
        </p:spPr>
        <p:txBody>
          <a:bodyPr spcFirstLastPara="1" wrap="square" lIns="0" tIns="0" rIns="0" bIns="0" anchor="ctr" anchorCtr="0">
            <a:noAutofit/>
          </a:bodyPr>
          <a:lstStyle>
            <a:lvl1pPr lvl="0" algn="r">
              <a:buNone/>
              <a:defRPr sz="1200">
                <a:solidFill>
                  <a:schemeClr val="lt1"/>
                </a:solidFill>
                <a:latin typeface="Poppins Light"/>
                <a:ea typeface="Poppins Light"/>
                <a:cs typeface="Poppins Light"/>
                <a:sym typeface="Poppins Light"/>
              </a:defRPr>
            </a:lvl1pPr>
            <a:lvl2pPr lvl="1" algn="r">
              <a:buNone/>
              <a:defRPr sz="1200">
                <a:solidFill>
                  <a:schemeClr val="lt1"/>
                </a:solidFill>
                <a:latin typeface="Poppins Light"/>
                <a:ea typeface="Poppins Light"/>
                <a:cs typeface="Poppins Light"/>
                <a:sym typeface="Poppins Light"/>
              </a:defRPr>
            </a:lvl2pPr>
            <a:lvl3pPr lvl="2" algn="r">
              <a:buNone/>
              <a:defRPr sz="1200">
                <a:solidFill>
                  <a:schemeClr val="lt1"/>
                </a:solidFill>
                <a:latin typeface="Poppins Light"/>
                <a:ea typeface="Poppins Light"/>
                <a:cs typeface="Poppins Light"/>
                <a:sym typeface="Poppins Light"/>
              </a:defRPr>
            </a:lvl3pPr>
            <a:lvl4pPr lvl="3" algn="r">
              <a:buNone/>
              <a:defRPr sz="1200">
                <a:solidFill>
                  <a:schemeClr val="lt1"/>
                </a:solidFill>
                <a:latin typeface="Poppins Light"/>
                <a:ea typeface="Poppins Light"/>
                <a:cs typeface="Poppins Light"/>
                <a:sym typeface="Poppins Light"/>
              </a:defRPr>
            </a:lvl4pPr>
            <a:lvl5pPr lvl="4" algn="r">
              <a:buNone/>
              <a:defRPr sz="1200">
                <a:solidFill>
                  <a:schemeClr val="lt1"/>
                </a:solidFill>
                <a:latin typeface="Poppins Light"/>
                <a:ea typeface="Poppins Light"/>
                <a:cs typeface="Poppins Light"/>
                <a:sym typeface="Poppins Light"/>
              </a:defRPr>
            </a:lvl5pPr>
            <a:lvl6pPr lvl="5" algn="r">
              <a:buNone/>
              <a:defRPr sz="1200">
                <a:solidFill>
                  <a:schemeClr val="lt1"/>
                </a:solidFill>
                <a:latin typeface="Poppins Light"/>
                <a:ea typeface="Poppins Light"/>
                <a:cs typeface="Poppins Light"/>
                <a:sym typeface="Poppins Light"/>
              </a:defRPr>
            </a:lvl6pPr>
            <a:lvl7pPr lvl="6" algn="r">
              <a:buNone/>
              <a:defRPr sz="1200">
                <a:solidFill>
                  <a:schemeClr val="lt1"/>
                </a:solidFill>
                <a:latin typeface="Poppins Light"/>
                <a:ea typeface="Poppins Light"/>
                <a:cs typeface="Poppins Light"/>
                <a:sym typeface="Poppins Light"/>
              </a:defRPr>
            </a:lvl7pPr>
            <a:lvl8pPr lvl="7" algn="r">
              <a:buNone/>
              <a:defRPr sz="1200">
                <a:solidFill>
                  <a:schemeClr val="lt1"/>
                </a:solidFill>
                <a:latin typeface="Poppins Light"/>
                <a:ea typeface="Poppins Light"/>
                <a:cs typeface="Poppins Light"/>
                <a:sym typeface="Poppins Light"/>
              </a:defRPr>
            </a:lvl8pPr>
            <a:lvl9pPr lvl="8" algn="r">
              <a:buNone/>
              <a:defRPr sz="1200">
                <a:solidFill>
                  <a:schemeClr val="lt1"/>
                </a:solidFill>
                <a:latin typeface="Poppins Light"/>
                <a:ea typeface="Poppins Light"/>
                <a:cs typeface="Poppins Light"/>
                <a:sym typeface="Poppins Light"/>
              </a:defRPr>
            </a:lvl9pPr>
          </a:lstStyle>
          <a:p>
            <a:pPr marL="0" lvl="0" indent="0" algn="r" rtl="0">
              <a:spcBef>
                <a:spcPts val="0"/>
              </a:spcBef>
              <a:spcAft>
                <a:spcPts val="0"/>
              </a:spcAft>
              <a:buNone/>
            </a:pPr>
            <a:fld id="{00000000-1234-1234-1234-123412341234}" type="slidenum">
              <a:rPr lang="en-US"/>
              <a:t>‹N°›</a:t>
            </a:fld>
            <a:endParaRPr/>
          </a:p>
        </p:txBody>
      </p:sp>
      <p:sp>
        <p:nvSpPr>
          <p:cNvPr id="22" name="Google Shape;22;p4"/>
          <p:cNvSpPr txBox="1">
            <a:spLocks noGrp="1"/>
          </p:cNvSpPr>
          <p:nvPr>
            <p:ph type="subTitle" idx="1"/>
          </p:nvPr>
        </p:nvSpPr>
        <p:spPr>
          <a:xfrm>
            <a:off x="12187250" y="345450"/>
            <a:ext cx="4929300" cy="284700"/>
          </a:xfrm>
          <a:prstGeom prst="rect">
            <a:avLst/>
          </a:prstGeom>
          <a:noFill/>
          <a:ln>
            <a:noFill/>
          </a:ln>
        </p:spPr>
        <p:txBody>
          <a:bodyPr spcFirstLastPara="1" wrap="square" lIns="0" tIns="0" rIns="0" bIns="0" anchor="ctr" anchorCtr="0">
            <a:noAutofit/>
          </a:bodyPr>
          <a:lstStyle>
            <a:lvl1pPr lvl="0" algn="r">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1pPr>
            <a:lvl2pPr lvl="1">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2pPr>
            <a:lvl3pPr lvl="2">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3pPr>
            <a:lvl4pPr lvl="3">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4pPr>
            <a:lvl5pPr lvl="4">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5pPr>
            <a:lvl6pPr lvl="5">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6pPr>
            <a:lvl7pPr lvl="6">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7pPr>
            <a:lvl8pPr lvl="7">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8pPr>
            <a:lvl9pPr lvl="8">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9pPr>
          </a:lstStyle>
          <a:p>
            <a:endParaRPr/>
          </a:p>
        </p:txBody>
      </p:sp>
      <p:sp>
        <p:nvSpPr>
          <p:cNvPr id="23" name="Google Shape;23;p4"/>
          <p:cNvSpPr txBox="1">
            <a:spLocks noGrp="1"/>
          </p:cNvSpPr>
          <p:nvPr>
            <p:ph type="title"/>
          </p:nvPr>
        </p:nvSpPr>
        <p:spPr>
          <a:xfrm>
            <a:off x="685800" y="756750"/>
            <a:ext cx="16916400" cy="723000"/>
          </a:xfrm>
          <a:prstGeom prst="rect">
            <a:avLst/>
          </a:prstGeom>
          <a:noFill/>
          <a:ln>
            <a:noFill/>
          </a:ln>
        </p:spPr>
        <p:txBody>
          <a:bodyPr spcFirstLastPara="1" wrap="square" lIns="0" tIns="91400" rIns="182850" bIns="91400" anchor="t" anchorCtr="0">
            <a:noAutofit/>
          </a:bodyPr>
          <a:lstStyle>
            <a:lvl1pPr marR="0" lvl="0" algn="l">
              <a:lnSpc>
                <a:spcPct val="100000"/>
              </a:lnSpc>
              <a:spcBef>
                <a:spcPts val="0"/>
              </a:spcBef>
              <a:spcAft>
                <a:spcPts val="0"/>
              </a:spcAft>
              <a:buClr>
                <a:schemeClr val="lt1"/>
              </a:buClr>
              <a:buSzPts val="2200"/>
              <a:buFont typeface="Poppins Light"/>
              <a:buNone/>
              <a:defRPr u="none" strike="noStrike" cap="none">
                <a:solidFill>
                  <a:schemeClr val="lt1"/>
                </a:solidFill>
                <a:latin typeface="Poppins Light"/>
                <a:ea typeface="Poppins Light"/>
                <a:cs typeface="Poppins Light"/>
                <a:sym typeface="Poppins Light"/>
              </a:defRPr>
            </a:lvl1pPr>
            <a:lvl2pPr lvl="1">
              <a:spcBef>
                <a:spcPts val="0"/>
              </a:spcBef>
              <a:spcAft>
                <a:spcPts val="0"/>
              </a:spcAft>
              <a:buClr>
                <a:schemeClr val="lt1"/>
              </a:buClr>
              <a:buSzPts val="4000"/>
              <a:buFont typeface="Poppins Light"/>
              <a:buNone/>
              <a:defRPr sz="4000">
                <a:solidFill>
                  <a:schemeClr val="lt1"/>
                </a:solidFill>
                <a:latin typeface="Poppins Light"/>
                <a:ea typeface="Poppins Light"/>
                <a:cs typeface="Poppins Light"/>
                <a:sym typeface="Poppins Light"/>
              </a:defRPr>
            </a:lvl2pPr>
            <a:lvl3pPr lvl="2">
              <a:spcBef>
                <a:spcPts val="0"/>
              </a:spcBef>
              <a:spcAft>
                <a:spcPts val="0"/>
              </a:spcAft>
              <a:buClr>
                <a:schemeClr val="lt1"/>
              </a:buClr>
              <a:buSzPts val="4000"/>
              <a:buFont typeface="Poppins Light"/>
              <a:buNone/>
              <a:defRPr sz="4000">
                <a:solidFill>
                  <a:schemeClr val="lt1"/>
                </a:solidFill>
                <a:latin typeface="Poppins Light"/>
                <a:ea typeface="Poppins Light"/>
                <a:cs typeface="Poppins Light"/>
                <a:sym typeface="Poppins Light"/>
              </a:defRPr>
            </a:lvl3pPr>
            <a:lvl4pPr lvl="3">
              <a:spcBef>
                <a:spcPts val="0"/>
              </a:spcBef>
              <a:spcAft>
                <a:spcPts val="0"/>
              </a:spcAft>
              <a:buClr>
                <a:schemeClr val="lt1"/>
              </a:buClr>
              <a:buSzPts val="4000"/>
              <a:buFont typeface="Poppins Light"/>
              <a:buNone/>
              <a:defRPr sz="4000">
                <a:solidFill>
                  <a:schemeClr val="lt1"/>
                </a:solidFill>
                <a:latin typeface="Poppins Light"/>
                <a:ea typeface="Poppins Light"/>
                <a:cs typeface="Poppins Light"/>
                <a:sym typeface="Poppins Light"/>
              </a:defRPr>
            </a:lvl4pPr>
            <a:lvl5pPr lvl="4">
              <a:spcBef>
                <a:spcPts val="0"/>
              </a:spcBef>
              <a:spcAft>
                <a:spcPts val="0"/>
              </a:spcAft>
              <a:buClr>
                <a:schemeClr val="lt1"/>
              </a:buClr>
              <a:buSzPts val="4000"/>
              <a:buFont typeface="Poppins Light"/>
              <a:buNone/>
              <a:defRPr sz="4000">
                <a:solidFill>
                  <a:schemeClr val="lt1"/>
                </a:solidFill>
                <a:latin typeface="Poppins Light"/>
                <a:ea typeface="Poppins Light"/>
                <a:cs typeface="Poppins Light"/>
                <a:sym typeface="Poppins Light"/>
              </a:defRPr>
            </a:lvl5pPr>
            <a:lvl6pPr lvl="5">
              <a:spcBef>
                <a:spcPts val="0"/>
              </a:spcBef>
              <a:spcAft>
                <a:spcPts val="0"/>
              </a:spcAft>
              <a:buClr>
                <a:schemeClr val="lt1"/>
              </a:buClr>
              <a:buSzPts val="4000"/>
              <a:buFont typeface="Poppins Light"/>
              <a:buNone/>
              <a:defRPr sz="4000">
                <a:solidFill>
                  <a:schemeClr val="lt1"/>
                </a:solidFill>
                <a:latin typeface="Poppins Light"/>
                <a:ea typeface="Poppins Light"/>
                <a:cs typeface="Poppins Light"/>
                <a:sym typeface="Poppins Light"/>
              </a:defRPr>
            </a:lvl6pPr>
            <a:lvl7pPr lvl="6">
              <a:spcBef>
                <a:spcPts val="0"/>
              </a:spcBef>
              <a:spcAft>
                <a:spcPts val="0"/>
              </a:spcAft>
              <a:buClr>
                <a:schemeClr val="lt1"/>
              </a:buClr>
              <a:buSzPts val="4000"/>
              <a:buFont typeface="Poppins Light"/>
              <a:buNone/>
              <a:defRPr sz="4000">
                <a:solidFill>
                  <a:schemeClr val="lt1"/>
                </a:solidFill>
                <a:latin typeface="Poppins Light"/>
                <a:ea typeface="Poppins Light"/>
                <a:cs typeface="Poppins Light"/>
                <a:sym typeface="Poppins Light"/>
              </a:defRPr>
            </a:lvl7pPr>
            <a:lvl8pPr lvl="7">
              <a:spcBef>
                <a:spcPts val="0"/>
              </a:spcBef>
              <a:spcAft>
                <a:spcPts val="0"/>
              </a:spcAft>
              <a:buClr>
                <a:schemeClr val="lt1"/>
              </a:buClr>
              <a:buSzPts val="4000"/>
              <a:buFont typeface="Poppins Light"/>
              <a:buNone/>
              <a:defRPr sz="4000">
                <a:solidFill>
                  <a:schemeClr val="lt1"/>
                </a:solidFill>
                <a:latin typeface="Poppins Light"/>
                <a:ea typeface="Poppins Light"/>
                <a:cs typeface="Poppins Light"/>
                <a:sym typeface="Poppins Light"/>
              </a:defRPr>
            </a:lvl8pPr>
            <a:lvl9pPr lvl="8">
              <a:spcBef>
                <a:spcPts val="0"/>
              </a:spcBef>
              <a:spcAft>
                <a:spcPts val="0"/>
              </a:spcAft>
              <a:buClr>
                <a:schemeClr val="lt1"/>
              </a:buClr>
              <a:buSzPts val="4000"/>
              <a:buFont typeface="Poppins Light"/>
              <a:buNone/>
              <a:defRPr sz="4000">
                <a:solidFill>
                  <a:schemeClr val="lt1"/>
                </a:solidFill>
                <a:latin typeface="Poppins Light"/>
                <a:ea typeface="Poppins Light"/>
                <a:cs typeface="Poppins Light"/>
                <a:sym typeface="Poppins Light"/>
              </a:defRPr>
            </a:lvl9pPr>
          </a:lstStyle>
          <a:p>
            <a:endParaRPr/>
          </a:p>
        </p:txBody>
      </p:sp>
      <p:sp>
        <p:nvSpPr>
          <p:cNvPr id="24" name="Google Shape;24;p4"/>
          <p:cNvSpPr/>
          <p:nvPr/>
        </p:nvSpPr>
        <p:spPr>
          <a:xfrm>
            <a:off x="685792" y="345496"/>
            <a:ext cx="285800" cy="284620"/>
          </a:xfrm>
          <a:custGeom>
            <a:avLst/>
            <a:gdLst/>
            <a:ahLst/>
            <a:cxnLst/>
            <a:rect l="l" t="t" r="r" b="b"/>
            <a:pathLst>
              <a:path w="631602" h="628994" extrusionOk="0">
                <a:moveTo>
                  <a:pt x="307919" y="123061"/>
                </a:moveTo>
                <a:lnTo>
                  <a:pt x="323948" y="123061"/>
                </a:lnTo>
                <a:lnTo>
                  <a:pt x="324034" y="124369"/>
                </a:lnTo>
                <a:cubicBezTo>
                  <a:pt x="324738" y="134737"/>
                  <a:pt x="325213" y="145237"/>
                  <a:pt x="325698" y="155955"/>
                </a:cubicBezTo>
                <a:cubicBezTo>
                  <a:pt x="325917" y="161270"/>
                  <a:pt x="326174" y="166586"/>
                  <a:pt x="326440" y="171902"/>
                </a:cubicBezTo>
                <a:lnTo>
                  <a:pt x="327753" y="219435"/>
                </a:lnTo>
                <a:cubicBezTo>
                  <a:pt x="328581" y="248407"/>
                  <a:pt x="328714" y="277163"/>
                  <a:pt x="328714" y="301648"/>
                </a:cubicBezTo>
                <a:cubicBezTo>
                  <a:pt x="361866" y="301866"/>
                  <a:pt x="387379" y="302258"/>
                  <a:pt x="411265" y="302955"/>
                </a:cubicBezTo>
                <a:lnTo>
                  <a:pt x="459276" y="304262"/>
                </a:lnTo>
                <a:cubicBezTo>
                  <a:pt x="464651" y="304524"/>
                  <a:pt x="469978" y="304785"/>
                  <a:pt x="475305" y="305002"/>
                </a:cubicBezTo>
                <a:lnTo>
                  <a:pt x="475572" y="304915"/>
                </a:lnTo>
                <a:cubicBezTo>
                  <a:pt x="485703" y="305307"/>
                  <a:pt x="496490" y="305787"/>
                  <a:pt x="507287" y="306571"/>
                </a:cubicBezTo>
                <a:lnTo>
                  <a:pt x="508590" y="306658"/>
                </a:lnTo>
                <a:lnTo>
                  <a:pt x="508590" y="321515"/>
                </a:lnTo>
                <a:lnTo>
                  <a:pt x="507287" y="321602"/>
                </a:lnTo>
                <a:cubicBezTo>
                  <a:pt x="496842" y="322343"/>
                  <a:pt x="486321" y="322823"/>
                  <a:pt x="475572" y="323301"/>
                </a:cubicBezTo>
                <a:lnTo>
                  <a:pt x="474915" y="323301"/>
                </a:lnTo>
                <a:cubicBezTo>
                  <a:pt x="469807" y="323519"/>
                  <a:pt x="464689" y="323737"/>
                  <a:pt x="459581" y="323999"/>
                </a:cubicBezTo>
                <a:lnTo>
                  <a:pt x="411884" y="325480"/>
                </a:lnTo>
                <a:cubicBezTo>
                  <a:pt x="400744" y="325915"/>
                  <a:pt x="389386" y="326090"/>
                  <a:pt x="378247" y="326220"/>
                </a:cubicBezTo>
                <a:cubicBezTo>
                  <a:pt x="389776" y="331144"/>
                  <a:pt x="399650" y="335457"/>
                  <a:pt x="409002" y="339683"/>
                </a:cubicBezTo>
                <a:lnTo>
                  <a:pt x="452332" y="359071"/>
                </a:lnTo>
                <a:cubicBezTo>
                  <a:pt x="457136" y="361380"/>
                  <a:pt x="461940" y="363646"/>
                  <a:pt x="466744" y="365824"/>
                </a:cubicBezTo>
                <a:lnTo>
                  <a:pt x="468009" y="366434"/>
                </a:lnTo>
                <a:cubicBezTo>
                  <a:pt x="477056" y="370661"/>
                  <a:pt x="486407" y="375017"/>
                  <a:pt x="495491" y="379591"/>
                </a:cubicBezTo>
                <a:lnTo>
                  <a:pt x="496671" y="380201"/>
                </a:lnTo>
                <a:lnTo>
                  <a:pt x="490906" y="393838"/>
                </a:lnTo>
                <a:lnTo>
                  <a:pt x="489679" y="393447"/>
                </a:lnTo>
                <a:cubicBezTo>
                  <a:pt x="480461" y="390441"/>
                  <a:pt x="471681" y="387304"/>
                  <a:pt x="461198" y="383513"/>
                </a:cubicBezTo>
                <a:cubicBezTo>
                  <a:pt x="455738" y="381552"/>
                  <a:pt x="450192" y="379548"/>
                  <a:pt x="444646" y="377632"/>
                </a:cubicBezTo>
                <a:lnTo>
                  <a:pt x="400002" y="360857"/>
                </a:lnTo>
                <a:cubicBezTo>
                  <a:pt x="392050" y="357851"/>
                  <a:pt x="384145" y="354758"/>
                  <a:pt x="376240" y="351621"/>
                </a:cubicBezTo>
                <a:cubicBezTo>
                  <a:pt x="373662" y="350619"/>
                  <a:pt x="371084" y="349573"/>
                  <a:pt x="368506" y="348571"/>
                </a:cubicBezTo>
                <a:lnTo>
                  <a:pt x="370998" y="351142"/>
                </a:lnTo>
                <a:cubicBezTo>
                  <a:pt x="377372" y="357720"/>
                  <a:pt x="384801" y="365344"/>
                  <a:pt x="391879" y="372882"/>
                </a:cubicBezTo>
                <a:lnTo>
                  <a:pt x="424545" y="407562"/>
                </a:lnTo>
                <a:cubicBezTo>
                  <a:pt x="427608" y="410961"/>
                  <a:pt x="430662" y="414316"/>
                  <a:pt x="433725" y="417627"/>
                </a:cubicBezTo>
                <a:lnTo>
                  <a:pt x="434772" y="418803"/>
                </a:lnTo>
                <a:cubicBezTo>
                  <a:pt x="441887" y="426602"/>
                  <a:pt x="449269" y="434706"/>
                  <a:pt x="456394" y="442897"/>
                </a:cubicBezTo>
                <a:lnTo>
                  <a:pt x="457269" y="443899"/>
                </a:lnTo>
                <a:lnTo>
                  <a:pt x="446739" y="454355"/>
                </a:lnTo>
                <a:lnTo>
                  <a:pt x="445740" y="453527"/>
                </a:lnTo>
                <a:cubicBezTo>
                  <a:pt x="436864" y="445946"/>
                  <a:pt x="428179" y="438104"/>
                  <a:pt x="420835" y="431395"/>
                </a:cubicBezTo>
                <a:cubicBezTo>
                  <a:pt x="417297" y="428171"/>
                  <a:pt x="413758" y="424947"/>
                  <a:pt x="410219" y="421766"/>
                </a:cubicBezTo>
                <a:lnTo>
                  <a:pt x="375364" y="389220"/>
                </a:lnTo>
                <a:cubicBezTo>
                  <a:pt x="368116" y="382467"/>
                  <a:pt x="360819" y="375453"/>
                  <a:pt x="353780" y="368656"/>
                </a:cubicBezTo>
                <a:lnTo>
                  <a:pt x="351116" y="366086"/>
                </a:lnTo>
                <a:cubicBezTo>
                  <a:pt x="355007" y="375714"/>
                  <a:pt x="359022" y="385996"/>
                  <a:pt x="363302" y="397324"/>
                </a:cubicBezTo>
                <a:lnTo>
                  <a:pt x="380121" y="441721"/>
                </a:lnTo>
                <a:cubicBezTo>
                  <a:pt x="381652" y="446165"/>
                  <a:pt x="383222" y="450565"/>
                  <a:pt x="384801" y="454922"/>
                </a:cubicBezTo>
                <a:lnTo>
                  <a:pt x="386856" y="460716"/>
                </a:lnTo>
                <a:cubicBezTo>
                  <a:pt x="389862" y="469169"/>
                  <a:pt x="393011" y="477969"/>
                  <a:pt x="395941" y="486683"/>
                </a:cubicBezTo>
                <a:lnTo>
                  <a:pt x="396378" y="487946"/>
                </a:lnTo>
                <a:lnTo>
                  <a:pt x="382661" y="493698"/>
                </a:lnTo>
                <a:lnTo>
                  <a:pt x="382042" y="492521"/>
                </a:lnTo>
                <a:cubicBezTo>
                  <a:pt x="377419" y="483416"/>
                  <a:pt x="373043" y="474179"/>
                  <a:pt x="368239" y="463897"/>
                </a:cubicBezTo>
                <a:cubicBezTo>
                  <a:pt x="366013" y="459104"/>
                  <a:pt x="363740" y="454312"/>
                  <a:pt x="361476" y="449563"/>
                </a:cubicBezTo>
                <a:lnTo>
                  <a:pt x="341861" y="406256"/>
                </a:lnTo>
                <a:cubicBezTo>
                  <a:pt x="337447" y="396540"/>
                  <a:pt x="333299" y="386912"/>
                  <a:pt x="329237" y="377632"/>
                </a:cubicBezTo>
                <a:lnTo>
                  <a:pt x="328362" y="375584"/>
                </a:lnTo>
                <a:cubicBezTo>
                  <a:pt x="328181" y="386824"/>
                  <a:pt x="328010" y="398108"/>
                  <a:pt x="327620" y="409131"/>
                </a:cubicBezTo>
                <a:lnTo>
                  <a:pt x="326136" y="456621"/>
                </a:lnTo>
                <a:cubicBezTo>
                  <a:pt x="325870" y="461936"/>
                  <a:pt x="325613" y="467251"/>
                  <a:pt x="325394" y="472566"/>
                </a:cubicBezTo>
                <a:cubicBezTo>
                  <a:pt x="324956" y="483198"/>
                  <a:pt x="324519" y="493611"/>
                  <a:pt x="323729" y="504154"/>
                </a:cubicBezTo>
                <a:lnTo>
                  <a:pt x="323644" y="505461"/>
                </a:lnTo>
                <a:lnTo>
                  <a:pt x="308747" y="505461"/>
                </a:lnTo>
                <a:lnTo>
                  <a:pt x="308661" y="504154"/>
                </a:lnTo>
                <a:cubicBezTo>
                  <a:pt x="307957" y="493959"/>
                  <a:pt x="307481" y="483807"/>
                  <a:pt x="306996" y="472566"/>
                </a:cubicBezTo>
                <a:cubicBezTo>
                  <a:pt x="306778" y="467251"/>
                  <a:pt x="306521" y="461936"/>
                  <a:pt x="306254" y="456621"/>
                </a:cubicBezTo>
                <a:lnTo>
                  <a:pt x="304770" y="409088"/>
                </a:lnTo>
                <a:cubicBezTo>
                  <a:pt x="303810" y="381684"/>
                  <a:pt x="303638" y="353799"/>
                  <a:pt x="303458" y="326830"/>
                </a:cubicBezTo>
                <a:lnTo>
                  <a:pt x="290920" y="326830"/>
                </a:lnTo>
                <a:cubicBezTo>
                  <a:pt x="267947" y="326700"/>
                  <a:pt x="244231" y="326613"/>
                  <a:pt x="220944" y="325915"/>
                </a:cubicBezTo>
                <a:lnTo>
                  <a:pt x="173247" y="324609"/>
                </a:lnTo>
                <a:cubicBezTo>
                  <a:pt x="167873" y="324347"/>
                  <a:pt x="162545" y="324086"/>
                  <a:pt x="157209" y="323868"/>
                </a:cubicBezTo>
                <a:cubicBezTo>
                  <a:pt x="147030" y="323432"/>
                  <a:pt x="136157" y="322996"/>
                  <a:pt x="125503" y="322212"/>
                </a:cubicBezTo>
                <a:lnTo>
                  <a:pt x="124190" y="322125"/>
                </a:lnTo>
                <a:lnTo>
                  <a:pt x="124190" y="306092"/>
                </a:lnTo>
                <a:lnTo>
                  <a:pt x="125503" y="306005"/>
                </a:lnTo>
                <a:cubicBezTo>
                  <a:pt x="135853" y="305307"/>
                  <a:pt x="145984" y="304829"/>
                  <a:pt x="157209" y="304349"/>
                </a:cubicBezTo>
                <a:cubicBezTo>
                  <a:pt x="162545" y="304131"/>
                  <a:pt x="167873" y="303870"/>
                  <a:pt x="173200" y="303609"/>
                </a:cubicBezTo>
                <a:lnTo>
                  <a:pt x="220944" y="302301"/>
                </a:lnTo>
                <a:cubicBezTo>
                  <a:pt x="231779" y="302040"/>
                  <a:pt x="242738" y="301866"/>
                  <a:pt x="253620" y="301735"/>
                </a:cubicBezTo>
                <a:lnTo>
                  <a:pt x="249206" y="299862"/>
                </a:lnTo>
                <a:cubicBezTo>
                  <a:pt x="241035" y="296376"/>
                  <a:pt x="232350" y="292673"/>
                  <a:pt x="223655" y="288752"/>
                </a:cubicBezTo>
                <a:lnTo>
                  <a:pt x="175559" y="267273"/>
                </a:lnTo>
                <a:cubicBezTo>
                  <a:pt x="171754" y="265530"/>
                  <a:pt x="167958" y="263744"/>
                  <a:pt x="164153" y="262001"/>
                </a:cubicBezTo>
                <a:lnTo>
                  <a:pt x="162764" y="261348"/>
                </a:lnTo>
                <a:cubicBezTo>
                  <a:pt x="154241" y="257426"/>
                  <a:pt x="145422" y="253374"/>
                  <a:pt x="136899" y="249060"/>
                </a:cubicBezTo>
                <a:lnTo>
                  <a:pt x="135719" y="248451"/>
                </a:lnTo>
                <a:lnTo>
                  <a:pt x="141969" y="233638"/>
                </a:lnTo>
                <a:lnTo>
                  <a:pt x="143234" y="234073"/>
                </a:lnTo>
                <a:cubicBezTo>
                  <a:pt x="153889" y="237646"/>
                  <a:pt x="164638" y="241524"/>
                  <a:pt x="175036" y="245270"/>
                </a:cubicBezTo>
                <a:lnTo>
                  <a:pt x="188182" y="250020"/>
                </a:lnTo>
                <a:lnTo>
                  <a:pt x="232873" y="266836"/>
                </a:lnTo>
                <a:cubicBezTo>
                  <a:pt x="242091" y="270410"/>
                  <a:pt x="251261" y="274069"/>
                  <a:pt x="260431" y="277729"/>
                </a:cubicBezTo>
                <a:lnTo>
                  <a:pt x="262971" y="278731"/>
                </a:lnTo>
                <a:cubicBezTo>
                  <a:pt x="256331" y="272109"/>
                  <a:pt x="249206" y="264745"/>
                  <a:pt x="240474" y="255596"/>
                </a:cubicBezTo>
                <a:lnTo>
                  <a:pt x="207626" y="221090"/>
                </a:lnTo>
                <a:cubicBezTo>
                  <a:pt x="203165" y="216123"/>
                  <a:pt x="198713" y="211244"/>
                  <a:pt x="194251" y="206407"/>
                </a:cubicBezTo>
                <a:cubicBezTo>
                  <a:pt x="187526" y="199088"/>
                  <a:pt x="181457" y="192509"/>
                  <a:pt x="175559" y="185712"/>
                </a:cubicBezTo>
                <a:lnTo>
                  <a:pt x="174684" y="184711"/>
                </a:lnTo>
                <a:lnTo>
                  <a:pt x="186042" y="173426"/>
                </a:lnTo>
                <a:lnTo>
                  <a:pt x="187050" y="174298"/>
                </a:lnTo>
                <a:cubicBezTo>
                  <a:pt x="194736" y="180920"/>
                  <a:pt x="201985" y="187499"/>
                  <a:pt x="210680" y="195428"/>
                </a:cubicBezTo>
                <a:cubicBezTo>
                  <a:pt x="214609" y="199045"/>
                  <a:pt x="218547" y="202617"/>
                  <a:pt x="222514" y="206189"/>
                </a:cubicBezTo>
                <a:lnTo>
                  <a:pt x="257159" y="238910"/>
                </a:lnTo>
                <a:cubicBezTo>
                  <a:pt x="261525" y="243179"/>
                  <a:pt x="265939" y="247449"/>
                  <a:pt x="270306" y="251675"/>
                </a:cubicBezTo>
                <a:cubicBezTo>
                  <a:pt x="273711" y="254943"/>
                  <a:pt x="277117" y="258254"/>
                  <a:pt x="280484" y="261521"/>
                </a:cubicBezTo>
                <a:cubicBezTo>
                  <a:pt x="275937" y="250368"/>
                  <a:pt x="272094" y="240653"/>
                  <a:pt x="268470" y="231372"/>
                </a:cubicBezTo>
                <a:lnTo>
                  <a:pt x="251480" y="186976"/>
                </a:lnTo>
                <a:cubicBezTo>
                  <a:pt x="249910" y="182619"/>
                  <a:pt x="248331" y="178306"/>
                  <a:pt x="246762" y="174036"/>
                </a:cubicBezTo>
                <a:lnTo>
                  <a:pt x="246590" y="173513"/>
                </a:lnTo>
                <a:cubicBezTo>
                  <a:pt x="242871" y="163275"/>
                  <a:pt x="238990" y="152688"/>
                  <a:pt x="235451" y="142188"/>
                </a:cubicBezTo>
                <a:lnTo>
                  <a:pt x="235013" y="140924"/>
                </a:lnTo>
                <a:lnTo>
                  <a:pt x="249910" y="134694"/>
                </a:lnTo>
                <a:lnTo>
                  <a:pt x="250472" y="135914"/>
                </a:lnTo>
                <a:cubicBezTo>
                  <a:pt x="255104" y="145455"/>
                  <a:pt x="259651" y="155040"/>
                  <a:pt x="263057" y="162360"/>
                </a:cubicBezTo>
                <a:lnTo>
                  <a:pt x="265939" y="168503"/>
                </a:lnTo>
                <a:cubicBezTo>
                  <a:pt x="267595" y="171945"/>
                  <a:pt x="269212" y="175430"/>
                  <a:pt x="270876" y="178873"/>
                </a:cubicBezTo>
                <a:lnTo>
                  <a:pt x="290311" y="222179"/>
                </a:lnTo>
                <a:cubicBezTo>
                  <a:pt x="294202" y="230719"/>
                  <a:pt x="297874" y="239302"/>
                  <a:pt x="301450" y="247624"/>
                </a:cubicBezTo>
                <a:lnTo>
                  <a:pt x="303372" y="252024"/>
                </a:lnTo>
                <a:cubicBezTo>
                  <a:pt x="303505" y="241175"/>
                  <a:pt x="303676" y="230283"/>
                  <a:pt x="303943" y="219478"/>
                </a:cubicBezTo>
                <a:lnTo>
                  <a:pt x="305427" y="171902"/>
                </a:lnTo>
                <a:cubicBezTo>
                  <a:pt x="305693" y="166586"/>
                  <a:pt x="305950" y="161270"/>
                  <a:pt x="306169" y="155955"/>
                </a:cubicBezTo>
                <a:cubicBezTo>
                  <a:pt x="306559" y="145847"/>
                  <a:pt x="307044" y="135042"/>
                  <a:pt x="307833" y="124369"/>
                </a:cubicBezTo>
                <a:close/>
                <a:moveTo>
                  <a:pt x="315776" y="36638"/>
                </a:moveTo>
                <a:cubicBezTo>
                  <a:pt x="241301" y="36725"/>
                  <a:pt x="171240" y="65654"/>
                  <a:pt x="118558" y="118110"/>
                </a:cubicBezTo>
                <a:cubicBezTo>
                  <a:pt x="65877" y="170567"/>
                  <a:pt x="36824" y="240320"/>
                  <a:pt x="36736" y="314517"/>
                </a:cubicBezTo>
                <a:cubicBezTo>
                  <a:pt x="36736" y="369675"/>
                  <a:pt x="53035" y="423090"/>
                  <a:pt x="83780" y="468923"/>
                </a:cubicBezTo>
                <a:cubicBezTo>
                  <a:pt x="114534" y="514758"/>
                  <a:pt x="157865" y="550179"/>
                  <a:pt x="209024" y="571266"/>
                </a:cubicBezTo>
                <a:cubicBezTo>
                  <a:pt x="260174" y="592353"/>
                  <a:pt x="315910" y="597843"/>
                  <a:pt x="370256" y="587081"/>
                </a:cubicBezTo>
                <a:cubicBezTo>
                  <a:pt x="424555" y="576320"/>
                  <a:pt x="473954" y="550005"/>
                  <a:pt x="513137" y="511011"/>
                </a:cubicBezTo>
                <a:cubicBezTo>
                  <a:pt x="552282" y="472017"/>
                  <a:pt x="578709" y="422785"/>
                  <a:pt x="589496" y="368716"/>
                </a:cubicBezTo>
                <a:cubicBezTo>
                  <a:pt x="600284" y="314648"/>
                  <a:pt x="594785" y="259098"/>
                  <a:pt x="573591" y="208166"/>
                </a:cubicBezTo>
                <a:cubicBezTo>
                  <a:pt x="552406" y="157235"/>
                  <a:pt x="516847" y="114103"/>
                  <a:pt x="470806" y="83474"/>
                </a:cubicBezTo>
                <a:cubicBezTo>
                  <a:pt x="424773" y="52845"/>
                  <a:pt x="371169" y="36638"/>
                  <a:pt x="315776" y="36638"/>
                </a:cubicBezTo>
                <a:close/>
                <a:moveTo>
                  <a:pt x="284825" y="1500"/>
                </a:moveTo>
                <a:cubicBezTo>
                  <a:pt x="315518" y="-1507"/>
                  <a:pt x="346665" y="-4"/>
                  <a:pt x="377419" y="6096"/>
                </a:cubicBezTo>
                <a:cubicBezTo>
                  <a:pt x="438881" y="18252"/>
                  <a:pt x="494787" y="48009"/>
                  <a:pt x="539088" y="92144"/>
                </a:cubicBezTo>
                <a:lnTo>
                  <a:pt x="539040" y="92187"/>
                </a:lnTo>
                <a:cubicBezTo>
                  <a:pt x="583379" y="136322"/>
                  <a:pt x="613259" y="192003"/>
                  <a:pt x="625492" y="253216"/>
                </a:cubicBezTo>
                <a:cubicBezTo>
                  <a:pt x="637726" y="314430"/>
                  <a:pt x="631514" y="377256"/>
                  <a:pt x="607532" y="434897"/>
                </a:cubicBezTo>
                <a:cubicBezTo>
                  <a:pt x="583551" y="492537"/>
                  <a:pt x="543321" y="541334"/>
                  <a:pt x="491210" y="576015"/>
                </a:cubicBezTo>
                <a:cubicBezTo>
                  <a:pt x="439100" y="610652"/>
                  <a:pt x="378465" y="628994"/>
                  <a:pt x="315776" y="628994"/>
                </a:cubicBezTo>
                <a:cubicBezTo>
                  <a:pt x="231474" y="628863"/>
                  <a:pt x="152233" y="596143"/>
                  <a:pt x="92607" y="536760"/>
                </a:cubicBezTo>
                <a:cubicBezTo>
                  <a:pt x="32980" y="477419"/>
                  <a:pt x="88" y="398474"/>
                  <a:pt x="0" y="314517"/>
                </a:cubicBezTo>
                <a:cubicBezTo>
                  <a:pt x="0" y="252083"/>
                  <a:pt x="18390" y="191698"/>
                  <a:pt x="53253" y="139765"/>
                </a:cubicBezTo>
                <a:cubicBezTo>
                  <a:pt x="88060" y="87874"/>
                  <a:pt x="137080" y="47835"/>
                  <a:pt x="194955" y="23959"/>
                </a:cubicBezTo>
                <a:cubicBezTo>
                  <a:pt x="223893" y="12021"/>
                  <a:pt x="254132" y="4506"/>
                  <a:pt x="284825" y="1500"/>
                </a:cubicBezTo>
                <a:close/>
              </a:path>
            </a:pathLst>
          </a:custGeom>
          <a:solidFill>
            <a:schemeClr val="lt1"/>
          </a:solidFill>
          <a:ln>
            <a:noFill/>
          </a:ln>
        </p:spPr>
        <p:txBody>
          <a:bodyPr spcFirstLastPara="1" wrap="square" lIns="141675" tIns="70825" rIns="141675" bIns="70825" anchor="ctr" anchorCtr="0">
            <a:noAutofit/>
          </a:bodyPr>
          <a:lstStyle/>
          <a:p>
            <a:pPr marL="0" marR="0" lvl="0" indent="0" algn="l" rtl="0">
              <a:lnSpc>
                <a:spcPct val="100000"/>
              </a:lnSpc>
              <a:spcBef>
                <a:spcPts val="0"/>
              </a:spcBef>
              <a:spcAft>
                <a:spcPts val="0"/>
              </a:spcAft>
              <a:buNone/>
            </a:pPr>
            <a:endParaRPr sz="217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 Dark">
  <p:cSld name="TITLE_ONLY_4_2">
    <p:bg>
      <p:bgPr>
        <a:solidFill>
          <a:schemeClr val="dk1"/>
        </a:solidFill>
        <a:effectLst/>
      </p:bgPr>
    </p:bg>
    <p:spTree>
      <p:nvGrpSpPr>
        <p:cNvPr id="1" name="Shape 25"/>
        <p:cNvGrpSpPr/>
        <p:nvPr/>
      </p:nvGrpSpPr>
      <p:grpSpPr>
        <a:xfrm>
          <a:off x="0" y="0"/>
          <a:ext cx="0" cy="0"/>
          <a:chOff x="0" y="0"/>
          <a:chExt cx="0" cy="0"/>
        </a:xfrm>
      </p:grpSpPr>
      <p:sp>
        <p:nvSpPr>
          <p:cNvPr id="26" name="Google Shape;26;p5"/>
          <p:cNvSpPr txBox="1">
            <a:spLocks noGrp="1"/>
          </p:cNvSpPr>
          <p:nvPr>
            <p:ph type="sldNum" idx="12"/>
          </p:nvPr>
        </p:nvSpPr>
        <p:spPr>
          <a:xfrm>
            <a:off x="16514400" y="345450"/>
            <a:ext cx="1097400" cy="284700"/>
          </a:xfrm>
          <a:prstGeom prst="rect">
            <a:avLst/>
          </a:prstGeom>
          <a:noFill/>
          <a:ln>
            <a:noFill/>
          </a:ln>
        </p:spPr>
        <p:txBody>
          <a:bodyPr spcFirstLastPara="1" wrap="square" lIns="0" tIns="0" rIns="0" bIns="0" anchor="ctr" anchorCtr="0">
            <a:noAutofit/>
          </a:bodyPr>
          <a:lstStyle>
            <a:lvl1pPr lvl="0" algn="r">
              <a:buNone/>
              <a:defRPr sz="1200">
                <a:solidFill>
                  <a:schemeClr val="lt1"/>
                </a:solidFill>
                <a:latin typeface="Poppins Light"/>
                <a:ea typeface="Poppins Light"/>
                <a:cs typeface="Poppins Light"/>
                <a:sym typeface="Poppins Light"/>
              </a:defRPr>
            </a:lvl1pPr>
            <a:lvl2pPr lvl="1" algn="r">
              <a:buNone/>
              <a:defRPr sz="1200">
                <a:solidFill>
                  <a:schemeClr val="lt1"/>
                </a:solidFill>
                <a:latin typeface="Poppins Light"/>
                <a:ea typeface="Poppins Light"/>
                <a:cs typeface="Poppins Light"/>
                <a:sym typeface="Poppins Light"/>
              </a:defRPr>
            </a:lvl2pPr>
            <a:lvl3pPr lvl="2" algn="r">
              <a:buNone/>
              <a:defRPr sz="1200">
                <a:solidFill>
                  <a:schemeClr val="lt1"/>
                </a:solidFill>
                <a:latin typeface="Poppins Light"/>
                <a:ea typeface="Poppins Light"/>
                <a:cs typeface="Poppins Light"/>
                <a:sym typeface="Poppins Light"/>
              </a:defRPr>
            </a:lvl3pPr>
            <a:lvl4pPr lvl="3" algn="r">
              <a:buNone/>
              <a:defRPr sz="1200">
                <a:solidFill>
                  <a:schemeClr val="lt1"/>
                </a:solidFill>
                <a:latin typeface="Poppins Light"/>
                <a:ea typeface="Poppins Light"/>
                <a:cs typeface="Poppins Light"/>
                <a:sym typeface="Poppins Light"/>
              </a:defRPr>
            </a:lvl4pPr>
            <a:lvl5pPr lvl="4" algn="r">
              <a:buNone/>
              <a:defRPr sz="1200">
                <a:solidFill>
                  <a:schemeClr val="lt1"/>
                </a:solidFill>
                <a:latin typeface="Poppins Light"/>
                <a:ea typeface="Poppins Light"/>
                <a:cs typeface="Poppins Light"/>
                <a:sym typeface="Poppins Light"/>
              </a:defRPr>
            </a:lvl5pPr>
            <a:lvl6pPr lvl="5" algn="r">
              <a:buNone/>
              <a:defRPr sz="1200">
                <a:solidFill>
                  <a:schemeClr val="lt1"/>
                </a:solidFill>
                <a:latin typeface="Poppins Light"/>
                <a:ea typeface="Poppins Light"/>
                <a:cs typeface="Poppins Light"/>
                <a:sym typeface="Poppins Light"/>
              </a:defRPr>
            </a:lvl6pPr>
            <a:lvl7pPr lvl="6" algn="r">
              <a:buNone/>
              <a:defRPr sz="1200">
                <a:solidFill>
                  <a:schemeClr val="lt1"/>
                </a:solidFill>
                <a:latin typeface="Poppins Light"/>
                <a:ea typeface="Poppins Light"/>
                <a:cs typeface="Poppins Light"/>
                <a:sym typeface="Poppins Light"/>
              </a:defRPr>
            </a:lvl7pPr>
            <a:lvl8pPr lvl="7" algn="r">
              <a:buNone/>
              <a:defRPr sz="1200">
                <a:solidFill>
                  <a:schemeClr val="lt1"/>
                </a:solidFill>
                <a:latin typeface="Poppins Light"/>
                <a:ea typeface="Poppins Light"/>
                <a:cs typeface="Poppins Light"/>
                <a:sym typeface="Poppins Light"/>
              </a:defRPr>
            </a:lvl8pPr>
            <a:lvl9pPr lvl="8" algn="r">
              <a:buNone/>
              <a:defRPr sz="1200">
                <a:solidFill>
                  <a:schemeClr val="lt1"/>
                </a:solidFill>
                <a:latin typeface="Poppins Light"/>
                <a:ea typeface="Poppins Light"/>
                <a:cs typeface="Poppins Light"/>
                <a:sym typeface="Poppins Light"/>
              </a:defRPr>
            </a:lvl9pPr>
          </a:lstStyle>
          <a:p>
            <a:pPr marL="0" lvl="0" indent="0" algn="r" rtl="0">
              <a:spcBef>
                <a:spcPts val="0"/>
              </a:spcBef>
              <a:spcAft>
                <a:spcPts val="0"/>
              </a:spcAft>
              <a:buNone/>
            </a:pPr>
            <a:fld id="{00000000-1234-1234-1234-123412341234}" type="slidenum">
              <a:rPr lang="en-US"/>
              <a:t>‹N°›</a:t>
            </a:fld>
            <a:endParaRPr/>
          </a:p>
        </p:txBody>
      </p:sp>
      <p:sp>
        <p:nvSpPr>
          <p:cNvPr id="27" name="Google Shape;27;p5"/>
          <p:cNvSpPr txBox="1">
            <a:spLocks noGrp="1"/>
          </p:cNvSpPr>
          <p:nvPr>
            <p:ph type="subTitle" idx="1"/>
          </p:nvPr>
        </p:nvSpPr>
        <p:spPr>
          <a:xfrm>
            <a:off x="12187250" y="345450"/>
            <a:ext cx="4929300" cy="284700"/>
          </a:xfrm>
          <a:prstGeom prst="rect">
            <a:avLst/>
          </a:prstGeom>
          <a:noFill/>
          <a:ln>
            <a:noFill/>
          </a:ln>
        </p:spPr>
        <p:txBody>
          <a:bodyPr spcFirstLastPara="1" wrap="square" lIns="0" tIns="0" rIns="0" bIns="0" anchor="ctr" anchorCtr="0">
            <a:noAutofit/>
          </a:bodyPr>
          <a:lstStyle>
            <a:lvl1pPr lvl="0" algn="r">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1pPr>
            <a:lvl2pPr lvl="1">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2pPr>
            <a:lvl3pPr lvl="2">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3pPr>
            <a:lvl4pPr lvl="3">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4pPr>
            <a:lvl5pPr lvl="4">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5pPr>
            <a:lvl6pPr lvl="5">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6pPr>
            <a:lvl7pPr lvl="6">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7pPr>
            <a:lvl8pPr lvl="7">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8pPr>
            <a:lvl9pPr lvl="8">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9pPr>
          </a:lstStyle>
          <a:p>
            <a:endParaRPr/>
          </a:p>
        </p:txBody>
      </p:sp>
      <p:sp>
        <p:nvSpPr>
          <p:cNvPr id="28" name="Google Shape;28;p5"/>
          <p:cNvSpPr/>
          <p:nvPr/>
        </p:nvSpPr>
        <p:spPr>
          <a:xfrm>
            <a:off x="685792" y="345496"/>
            <a:ext cx="285800" cy="284620"/>
          </a:xfrm>
          <a:custGeom>
            <a:avLst/>
            <a:gdLst/>
            <a:ahLst/>
            <a:cxnLst/>
            <a:rect l="l" t="t" r="r" b="b"/>
            <a:pathLst>
              <a:path w="631602" h="628994" extrusionOk="0">
                <a:moveTo>
                  <a:pt x="307919" y="123061"/>
                </a:moveTo>
                <a:lnTo>
                  <a:pt x="323948" y="123061"/>
                </a:lnTo>
                <a:lnTo>
                  <a:pt x="324034" y="124369"/>
                </a:lnTo>
                <a:cubicBezTo>
                  <a:pt x="324738" y="134737"/>
                  <a:pt x="325213" y="145237"/>
                  <a:pt x="325698" y="155955"/>
                </a:cubicBezTo>
                <a:cubicBezTo>
                  <a:pt x="325917" y="161270"/>
                  <a:pt x="326174" y="166586"/>
                  <a:pt x="326440" y="171902"/>
                </a:cubicBezTo>
                <a:lnTo>
                  <a:pt x="327753" y="219435"/>
                </a:lnTo>
                <a:cubicBezTo>
                  <a:pt x="328581" y="248407"/>
                  <a:pt x="328714" y="277163"/>
                  <a:pt x="328714" y="301648"/>
                </a:cubicBezTo>
                <a:cubicBezTo>
                  <a:pt x="361866" y="301866"/>
                  <a:pt x="387379" y="302258"/>
                  <a:pt x="411265" y="302955"/>
                </a:cubicBezTo>
                <a:lnTo>
                  <a:pt x="459276" y="304262"/>
                </a:lnTo>
                <a:cubicBezTo>
                  <a:pt x="464651" y="304524"/>
                  <a:pt x="469978" y="304785"/>
                  <a:pt x="475305" y="305002"/>
                </a:cubicBezTo>
                <a:lnTo>
                  <a:pt x="475572" y="304915"/>
                </a:lnTo>
                <a:cubicBezTo>
                  <a:pt x="485703" y="305307"/>
                  <a:pt x="496490" y="305787"/>
                  <a:pt x="507287" y="306571"/>
                </a:cubicBezTo>
                <a:lnTo>
                  <a:pt x="508590" y="306658"/>
                </a:lnTo>
                <a:lnTo>
                  <a:pt x="508590" y="321515"/>
                </a:lnTo>
                <a:lnTo>
                  <a:pt x="507287" y="321602"/>
                </a:lnTo>
                <a:cubicBezTo>
                  <a:pt x="496842" y="322343"/>
                  <a:pt x="486321" y="322823"/>
                  <a:pt x="475572" y="323301"/>
                </a:cubicBezTo>
                <a:lnTo>
                  <a:pt x="474915" y="323301"/>
                </a:lnTo>
                <a:cubicBezTo>
                  <a:pt x="469807" y="323519"/>
                  <a:pt x="464689" y="323737"/>
                  <a:pt x="459581" y="323999"/>
                </a:cubicBezTo>
                <a:lnTo>
                  <a:pt x="411884" y="325480"/>
                </a:lnTo>
                <a:cubicBezTo>
                  <a:pt x="400744" y="325915"/>
                  <a:pt x="389386" y="326090"/>
                  <a:pt x="378247" y="326220"/>
                </a:cubicBezTo>
                <a:cubicBezTo>
                  <a:pt x="389776" y="331144"/>
                  <a:pt x="399650" y="335457"/>
                  <a:pt x="409002" y="339683"/>
                </a:cubicBezTo>
                <a:lnTo>
                  <a:pt x="452332" y="359071"/>
                </a:lnTo>
                <a:cubicBezTo>
                  <a:pt x="457136" y="361380"/>
                  <a:pt x="461940" y="363646"/>
                  <a:pt x="466744" y="365824"/>
                </a:cubicBezTo>
                <a:lnTo>
                  <a:pt x="468009" y="366434"/>
                </a:lnTo>
                <a:cubicBezTo>
                  <a:pt x="477056" y="370661"/>
                  <a:pt x="486407" y="375017"/>
                  <a:pt x="495491" y="379591"/>
                </a:cubicBezTo>
                <a:lnTo>
                  <a:pt x="496671" y="380201"/>
                </a:lnTo>
                <a:lnTo>
                  <a:pt x="490906" y="393838"/>
                </a:lnTo>
                <a:lnTo>
                  <a:pt x="489679" y="393447"/>
                </a:lnTo>
                <a:cubicBezTo>
                  <a:pt x="480461" y="390441"/>
                  <a:pt x="471681" y="387304"/>
                  <a:pt x="461198" y="383513"/>
                </a:cubicBezTo>
                <a:cubicBezTo>
                  <a:pt x="455738" y="381552"/>
                  <a:pt x="450192" y="379548"/>
                  <a:pt x="444646" y="377632"/>
                </a:cubicBezTo>
                <a:lnTo>
                  <a:pt x="400002" y="360857"/>
                </a:lnTo>
                <a:cubicBezTo>
                  <a:pt x="392050" y="357851"/>
                  <a:pt x="384145" y="354758"/>
                  <a:pt x="376240" y="351621"/>
                </a:cubicBezTo>
                <a:cubicBezTo>
                  <a:pt x="373662" y="350619"/>
                  <a:pt x="371084" y="349573"/>
                  <a:pt x="368506" y="348571"/>
                </a:cubicBezTo>
                <a:lnTo>
                  <a:pt x="370998" y="351142"/>
                </a:lnTo>
                <a:cubicBezTo>
                  <a:pt x="377372" y="357720"/>
                  <a:pt x="384801" y="365344"/>
                  <a:pt x="391879" y="372882"/>
                </a:cubicBezTo>
                <a:lnTo>
                  <a:pt x="424545" y="407562"/>
                </a:lnTo>
                <a:cubicBezTo>
                  <a:pt x="427608" y="410961"/>
                  <a:pt x="430662" y="414316"/>
                  <a:pt x="433725" y="417627"/>
                </a:cubicBezTo>
                <a:lnTo>
                  <a:pt x="434772" y="418803"/>
                </a:lnTo>
                <a:cubicBezTo>
                  <a:pt x="441887" y="426602"/>
                  <a:pt x="449269" y="434706"/>
                  <a:pt x="456394" y="442897"/>
                </a:cubicBezTo>
                <a:lnTo>
                  <a:pt x="457269" y="443899"/>
                </a:lnTo>
                <a:lnTo>
                  <a:pt x="446739" y="454355"/>
                </a:lnTo>
                <a:lnTo>
                  <a:pt x="445740" y="453527"/>
                </a:lnTo>
                <a:cubicBezTo>
                  <a:pt x="436864" y="445946"/>
                  <a:pt x="428179" y="438104"/>
                  <a:pt x="420835" y="431395"/>
                </a:cubicBezTo>
                <a:cubicBezTo>
                  <a:pt x="417297" y="428171"/>
                  <a:pt x="413758" y="424947"/>
                  <a:pt x="410219" y="421766"/>
                </a:cubicBezTo>
                <a:lnTo>
                  <a:pt x="375364" y="389220"/>
                </a:lnTo>
                <a:cubicBezTo>
                  <a:pt x="368116" y="382467"/>
                  <a:pt x="360819" y="375453"/>
                  <a:pt x="353780" y="368656"/>
                </a:cubicBezTo>
                <a:lnTo>
                  <a:pt x="351116" y="366086"/>
                </a:lnTo>
                <a:cubicBezTo>
                  <a:pt x="355007" y="375714"/>
                  <a:pt x="359022" y="385996"/>
                  <a:pt x="363302" y="397324"/>
                </a:cubicBezTo>
                <a:lnTo>
                  <a:pt x="380121" y="441721"/>
                </a:lnTo>
                <a:cubicBezTo>
                  <a:pt x="381652" y="446165"/>
                  <a:pt x="383222" y="450565"/>
                  <a:pt x="384801" y="454922"/>
                </a:cubicBezTo>
                <a:lnTo>
                  <a:pt x="386856" y="460716"/>
                </a:lnTo>
                <a:cubicBezTo>
                  <a:pt x="389862" y="469169"/>
                  <a:pt x="393011" y="477969"/>
                  <a:pt x="395941" y="486683"/>
                </a:cubicBezTo>
                <a:lnTo>
                  <a:pt x="396378" y="487946"/>
                </a:lnTo>
                <a:lnTo>
                  <a:pt x="382661" y="493698"/>
                </a:lnTo>
                <a:lnTo>
                  <a:pt x="382042" y="492521"/>
                </a:lnTo>
                <a:cubicBezTo>
                  <a:pt x="377419" y="483416"/>
                  <a:pt x="373043" y="474179"/>
                  <a:pt x="368239" y="463897"/>
                </a:cubicBezTo>
                <a:cubicBezTo>
                  <a:pt x="366013" y="459104"/>
                  <a:pt x="363740" y="454312"/>
                  <a:pt x="361476" y="449563"/>
                </a:cubicBezTo>
                <a:lnTo>
                  <a:pt x="341861" y="406256"/>
                </a:lnTo>
                <a:cubicBezTo>
                  <a:pt x="337447" y="396540"/>
                  <a:pt x="333299" y="386912"/>
                  <a:pt x="329237" y="377632"/>
                </a:cubicBezTo>
                <a:lnTo>
                  <a:pt x="328362" y="375584"/>
                </a:lnTo>
                <a:cubicBezTo>
                  <a:pt x="328181" y="386824"/>
                  <a:pt x="328010" y="398108"/>
                  <a:pt x="327620" y="409131"/>
                </a:cubicBezTo>
                <a:lnTo>
                  <a:pt x="326136" y="456621"/>
                </a:lnTo>
                <a:cubicBezTo>
                  <a:pt x="325870" y="461936"/>
                  <a:pt x="325613" y="467251"/>
                  <a:pt x="325394" y="472566"/>
                </a:cubicBezTo>
                <a:cubicBezTo>
                  <a:pt x="324956" y="483198"/>
                  <a:pt x="324519" y="493611"/>
                  <a:pt x="323729" y="504154"/>
                </a:cubicBezTo>
                <a:lnTo>
                  <a:pt x="323644" y="505461"/>
                </a:lnTo>
                <a:lnTo>
                  <a:pt x="308747" y="505461"/>
                </a:lnTo>
                <a:lnTo>
                  <a:pt x="308661" y="504154"/>
                </a:lnTo>
                <a:cubicBezTo>
                  <a:pt x="307957" y="493959"/>
                  <a:pt x="307481" y="483807"/>
                  <a:pt x="306996" y="472566"/>
                </a:cubicBezTo>
                <a:cubicBezTo>
                  <a:pt x="306778" y="467251"/>
                  <a:pt x="306521" y="461936"/>
                  <a:pt x="306254" y="456621"/>
                </a:cubicBezTo>
                <a:lnTo>
                  <a:pt x="304770" y="409088"/>
                </a:lnTo>
                <a:cubicBezTo>
                  <a:pt x="303810" y="381684"/>
                  <a:pt x="303638" y="353799"/>
                  <a:pt x="303458" y="326830"/>
                </a:cubicBezTo>
                <a:lnTo>
                  <a:pt x="290920" y="326830"/>
                </a:lnTo>
                <a:cubicBezTo>
                  <a:pt x="267947" y="326700"/>
                  <a:pt x="244231" y="326613"/>
                  <a:pt x="220944" y="325915"/>
                </a:cubicBezTo>
                <a:lnTo>
                  <a:pt x="173247" y="324609"/>
                </a:lnTo>
                <a:cubicBezTo>
                  <a:pt x="167873" y="324347"/>
                  <a:pt x="162545" y="324086"/>
                  <a:pt x="157209" y="323868"/>
                </a:cubicBezTo>
                <a:cubicBezTo>
                  <a:pt x="147030" y="323432"/>
                  <a:pt x="136157" y="322996"/>
                  <a:pt x="125503" y="322212"/>
                </a:cubicBezTo>
                <a:lnTo>
                  <a:pt x="124190" y="322125"/>
                </a:lnTo>
                <a:lnTo>
                  <a:pt x="124190" y="306092"/>
                </a:lnTo>
                <a:lnTo>
                  <a:pt x="125503" y="306005"/>
                </a:lnTo>
                <a:cubicBezTo>
                  <a:pt x="135853" y="305307"/>
                  <a:pt x="145984" y="304829"/>
                  <a:pt x="157209" y="304349"/>
                </a:cubicBezTo>
                <a:cubicBezTo>
                  <a:pt x="162545" y="304131"/>
                  <a:pt x="167873" y="303870"/>
                  <a:pt x="173200" y="303609"/>
                </a:cubicBezTo>
                <a:lnTo>
                  <a:pt x="220944" y="302301"/>
                </a:lnTo>
                <a:cubicBezTo>
                  <a:pt x="231779" y="302040"/>
                  <a:pt x="242738" y="301866"/>
                  <a:pt x="253620" y="301735"/>
                </a:cubicBezTo>
                <a:lnTo>
                  <a:pt x="249206" y="299862"/>
                </a:lnTo>
                <a:cubicBezTo>
                  <a:pt x="241035" y="296376"/>
                  <a:pt x="232350" y="292673"/>
                  <a:pt x="223655" y="288752"/>
                </a:cubicBezTo>
                <a:lnTo>
                  <a:pt x="175559" y="267273"/>
                </a:lnTo>
                <a:cubicBezTo>
                  <a:pt x="171754" y="265530"/>
                  <a:pt x="167958" y="263744"/>
                  <a:pt x="164153" y="262001"/>
                </a:cubicBezTo>
                <a:lnTo>
                  <a:pt x="162764" y="261348"/>
                </a:lnTo>
                <a:cubicBezTo>
                  <a:pt x="154241" y="257426"/>
                  <a:pt x="145422" y="253374"/>
                  <a:pt x="136899" y="249060"/>
                </a:cubicBezTo>
                <a:lnTo>
                  <a:pt x="135719" y="248451"/>
                </a:lnTo>
                <a:lnTo>
                  <a:pt x="141969" y="233638"/>
                </a:lnTo>
                <a:lnTo>
                  <a:pt x="143234" y="234073"/>
                </a:lnTo>
                <a:cubicBezTo>
                  <a:pt x="153889" y="237646"/>
                  <a:pt x="164638" y="241524"/>
                  <a:pt x="175036" y="245270"/>
                </a:cubicBezTo>
                <a:lnTo>
                  <a:pt x="188182" y="250020"/>
                </a:lnTo>
                <a:lnTo>
                  <a:pt x="232873" y="266836"/>
                </a:lnTo>
                <a:cubicBezTo>
                  <a:pt x="242091" y="270410"/>
                  <a:pt x="251261" y="274069"/>
                  <a:pt x="260431" y="277729"/>
                </a:cubicBezTo>
                <a:lnTo>
                  <a:pt x="262971" y="278731"/>
                </a:lnTo>
                <a:cubicBezTo>
                  <a:pt x="256331" y="272109"/>
                  <a:pt x="249206" y="264745"/>
                  <a:pt x="240474" y="255596"/>
                </a:cubicBezTo>
                <a:lnTo>
                  <a:pt x="207626" y="221090"/>
                </a:lnTo>
                <a:cubicBezTo>
                  <a:pt x="203165" y="216123"/>
                  <a:pt x="198713" y="211244"/>
                  <a:pt x="194251" y="206407"/>
                </a:cubicBezTo>
                <a:cubicBezTo>
                  <a:pt x="187526" y="199088"/>
                  <a:pt x="181457" y="192509"/>
                  <a:pt x="175559" y="185712"/>
                </a:cubicBezTo>
                <a:lnTo>
                  <a:pt x="174684" y="184711"/>
                </a:lnTo>
                <a:lnTo>
                  <a:pt x="186042" y="173426"/>
                </a:lnTo>
                <a:lnTo>
                  <a:pt x="187050" y="174298"/>
                </a:lnTo>
                <a:cubicBezTo>
                  <a:pt x="194736" y="180920"/>
                  <a:pt x="201985" y="187499"/>
                  <a:pt x="210680" y="195428"/>
                </a:cubicBezTo>
                <a:cubicBezTo>
                  <a:pt x="214609" y="199045"/>
                  <a:pt x="218547" y="202617"/>
                  <a:pt x="222514" y="206189"/>
                </a:cubicBezTo>
                <a:lnTo>
                  <a:pt x="257159" y="238910"/>
                </a:lnTo>
                <a:cubicBezTo>
                  <a:pt x="261525" y="243179"/>
                  <a:pt x="265939" y="247449"/>
                  <a:pt x="270306" y="251675"/>
                </a:cubicBezTo>
                <a:cubicBezTo>
                  <a:pt x="273711" y="254943"/>
                  <a:pt x="277117" y="258254"/>
                  <a:pt x="280484" y="261521"/>
                </a:cubicBezTo>
                <a:cubicBezTo>
                  <a:pt x="275937" y="250368"/>
                  <a:pt x="272094" y="240653"/>
                  <a:pt x="268470" y="231372"/>
                </a:cubicBezTo>
                <a:lnTo>
                  <a:pt x="251480" y="186976"/>
                </a:lnTo>
                <a:cubicBezTo>
                  <a:pt x="249910" y="182619"/>
                  <a:pt x="248331" y="178306"/>
                  <a:pt x="246762" y="174036"/>
                </a:cubicBezTo>
                <a:lnTo>
                  <a:pt x="246590" y="173513"/>
                </a:lnTo>
                <a:cubicBezTo>
                  <a:pt x="242871" y="163275"/>
                  <a:pt x="238990" y="152688"/>
                  <a:pt x="235451" y="142188"/>
                </a:cubicBezTo>
                <a:lnTo>
                  <a:pt x="235013" y="140924"/>
                </a:lnTo>
                <a:lnTo>
                  <a:pt x="249910" y="134694"/>
                </a:lnTo>
                <a:lnTo>
                  <a:pt x="250472" y="135914"/>
                </a:lnTo>
                <a:cubicBezTo>
                  <a:pt x="255104" y="145455"/>
                  <a:pt x="259651" y="155040"/>
                  <a:pt x="263057" y="162360"/>
                </a:cubicBezTo>
                <a:lnTo>
                  <a:pt x="265939" y="168503"/>
                </a:lnTo>
                <a:cubicBezTo>
                  <a:pt x="267595" y="171945"/>
                  <a:pt x="269212" y="175430"/>
                  <a:pt x="270876" y="178873"/>
                </a:cubicBezTo>
                <a:lnTo>
                  <a:pt x="290311" y="222179"/>
                </a:lnTo>
                <a:cubicBezTo>
                  <a:pt x="294202" y="230719"/>
                  <a:pt x="297874" y="239302"/>
                  <a:pt x="301450" y="247624"/>
                </a:cubicBezTo>
                <a:lnTo>
                  <a:pt x="303372" y="252024"/>
                </a:lnTo>
                <a:cubicBezTo>
                  <a:pt x="303505" y="241175"/>
                  <a:pt x="303676" y="230283"/>
                  <a:pt x="303943" y="219478"/>
                </a:cubicBezTo>
                <a:lnTo>
                  <a:pt x="305427" y="171902"/>
                </a:lnTo>
                <a:cubicBezTo>
                  <a:pt x="305693" y="166586"/>
                  <a:pt x="305950" y="161270"/>
                  <a:pt x="306169" y="155955"/>
                </a:cubicBezTo>
                <a:cubicBezTo>
                  <a:pt x="306559" y="145847"/>
                  <a:pt x="307044" y="135042"/>
                  <a:pt x="307833" y="124369"/>
                </a:cubicBezTo>
                <a:close/>
                <a:moveTo>
                  <a:pt x="315776" y="36638"/>
                </a:moveTo>
                <a:cubicBezTo>
                  <a:pt x="241301" y="36725"/>
                  <a:pt x="171240" y="65654"/>
                  <a:pt x="118558" y="118110"/>
                </a:cubicBezTo>
                <a:cubicBezTo>
                  <a:pt x="65877" y="170567"/>
                  <a:pt x="36824" y="240320"/>
                  <a:pt x="36736" y="314517"/>
                </a:cubicBezTo>
                <a:cubicBezTo>
                  <a:pt x="36736" y="369675"/>
                  <a:pt x="53035" y="423090"/>
                  <a:pt x="83780" y="468923"/>
                </a:cubicBezTo>
                <a:cubicBezTo>
                  <a:pt x="114534" y="514758"/>
                  <a:pt x="157865" y="550179"/>
                  <a:pt x="209024" y="571266"/>
                </a:cubicBezTo>
                <a:cubicBezTo>
                  <a:pt x="260174" y="592353"/>
                  <a:pt x="315910" y="597843"/>
                  <a:pt x="370256" y="587081"/>
                </a:cubicBezTo>
                <a:cubicBezTo>
                  <a:pt x="424555" y="576320"/>
                  <a:pt x="473954" y="550005"/>
                  <a:pt x="513137" y="511011"/>
                </a:cubicBezTo>
                <a:cubicBezTo>
                  <a:pt x="552282" y="472017"/>
                  <a:pt x="578709" y="422785"/>
                  <a:pt x="589496" y="368716"/>
                </a:cubicBezTo>
                <a:cubicBezTo>
                  <a:pt x="600284" y="314648"/>
                  <a:pt x="594785" y="259098"/>
                  <a:pt x="573591" y="208166"/>
                </a:cubicBezTo>
                <a:cubicBezTo>
                  <a:pt x="552406" y="157235"/>
                  <a:pt x="516847" y="114103"/>
                  <a:pt x="470806" y="83474"/>
                </a:cubicBezTo>
                <a:cubicBezTo>
                  <a:pt x="424773" y="52845"/>
                  <a:pt x="371169" y="36638"/>
                  <a:pt x="315776" y="36638"/>
                </a:cubicBezTo>
                <a:close/>
                <a:moveTo>
                  <a:pt x="284825" y="1500"/>
                </a:moveTo>
                <a:cubicBezTo>
                  <a:pt x="315518" y="-1507"/>
                  <a:pt x="346665" y="-4"/>
                  <a:pt x="377419" y="6096"/>
                </a:cubicBezTo>
                <a:cubicBezTo>
                  <a:pt x="438881" y="18252"/>
                  <a:pt x="494787" y="48009"/>
                  <a:pt x="539088" y="92144"/>
                </a:cubicBezTo>
                <a:lnTo>
                  <a:pt x="539040" y="92187"/>
                </a:lnTo>
                <a:cubicBezTo>
                  <a:pt x="583379" y="136322"/>
                  <a:pt x="613259" y="192003"/>
                  <a:pt x="625492" y="253216"/>
                </a:cubicBezTo>
                <a:cubicBezTo>
                  <a:pt x="637726" y="314430"/>
                  <a:pt x="631514" y="377256"/>
                  <a:pt x="607532" y="434897"/>
                </a:cubicBezTo>
                <a:cubicBezTo>
                  <a:pt x="583551" y="492537"/>
                  <a:pt x="543321" y="541334"/>
                  <a:pt x="491210" y="576015"/>
                </a:cubicBezTo>
                <a:cubicBezTo>
                  <a:pt x="439100" y="610652"/>
                  <a:pt x="378465" y="628994"/>
                  <a:pt x="315776" y="628994"/>
                </a:cubicBezTo>
                <a:cubicBezTo>
                  <a:pt x="231474" y="628863"/>
                  <a:pt x="152233" y="596143"/>
                  <a:pt x="92607" y="536760"/>
                </a:cubicBezTo>
                <a:cubicBezTo>
                  <a:pt x="32980" y="477419"/>
                  <a:pt x="88" y="398474"/>
                  <a:pt x="0" y="314517"/>
                </a:cubicBezTo>
                <a:cubicBezTo>
                  <a:pt x="0" y="252083"/>
                  <a:pt x="18390" y="191698"/>
                  <a:pt x="53253" y="139765"/>
                </a:cubicBezTo>
                <a:cubicBezTo>
                  <a:pt x="88060" y="87874"/>
                  <a:pt x="137080" y="47835"/>
                  <a:pt x="194955" y="23959"/>
                </a:cubicBezTo>
                <a:cubicBezTo>
                  <a:pt x="223893" y="12021"/>
                  <a:pt x="254132" y="4506"/>
                  <a:pt x="284825" y="1500"/>
                </a:cubicBezTo>
                <a:close/>
              </a:path>
            </a:pathLst>
          </a:custGeom>
          <a:solidFill>
            <a:schemeClr val="lt1"/>
          </a:solidFill>
          <a:ln>
            <a:noFill/>
          </a:ln>
        </p:spPr>
        <p:txBody>
          <a:bodyPr spcFirstLastPara="1" wrap="square" lIns="141675" tIns="70825" rIns="141675" bIns="70825" anchor="ctr" anchorCtr="0">
            <a:noAutofit/>
          </a:bodyPr>
          <a:lstStyle/>
          <a:p>
            <a:pPr marL="0" marR="0" lvl="0" indent="0" algn="l" rtl="0">
              <a:lnSpc>
                <a:spcPct val="100000"/>
              </a:lnSpc>
              <a:spcBef>
                <a:spcPts val="0"/>
              </a:spcBef>
              <a:spcAft>
                <a:spcPts val="0"/>
              </a:spcAft>
              <a:buNone/>
            </a:pPr>
            <a:endParaRPr sz="217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Headline only - Light" type="titleOnly">
  <p:cSld name="TITLE_ONLY">
    <p:bg>
      <p:bgPr>
        <a:solidFill>
          <a:schemeClr val="lt2"/>
        </a:solidFill>
        <a:effectLst/>
      </p:bgPr>
    </p:bg>
    <p:spTree>
      <p:nvGrpSpPr>
        <p:cNvPr id="1" name="Shape 29"/>
        <p:cNvGrpSpPr/>
        <p:nvPr/>
      </p:nvGrpSpPr>
      <p:grpSpPr>
        <a:xfrm>
          <a:off x="0" y="0"/>
          <a:ext cx="0" cy="0"/>
          <a:chOff x="0" y="0"/>
          <a:chExt cx="0" cy="0"/>
        </a:xfrm>
      </p:grpSpPr>
      <p:sp>
        <p:nvSpPr>
          <p:cNvPr id="30" name="Google Shape;30;p6"/>
          <p:cNvSpPr txBox="1">
            <a:spLocks noGrp="1"/>
          </p:cNvSpPr>
          <p:nvPr>
            <p:ph type="sldNum" idx="12"/>
          </p:nvPr>
        </p:nvSpPr>
        <p:spPr>
          <a:xfrm>
            <a:off x="16514400" y="345450"/>
            <a:ext cx="1097400" cy="284700"/>
          </a:xfrm>
          <a:prstGeom prst="rect">
            <a:avLst/>
          </a:prstGeom>
          <a:noFill/>
          <a:ln>
            <a:noFill/>
          </a:ln>
        </p:spPr>
        <p:txBody>
          <a:bodyPr spcFirstLastPara="1" wrap="square" lIns="0" tIns="0" rIns="0" bIns="0" anchor="ctr" anchorCtr="0">
            <a:noAutofit/>
          </a:bodyPr>
          <a:lstStyle>
            <a:lvl1pPr lvl="0" algn="r">
              <a:buNone/>
              <a:defRPr sz="1200">
                <a:solidFill>
                  <a:schemeClr val="dk1"/>
                </a:solidFill>
                <a:latin typeface="Poppins Light"/>
                <a:ea typeface="Poppins Light"/>
                <a:cs typeface="Poppins Light"/>
                <a:sym typeface="Poppins Light"/>
              </a:defRPr>
            </a:lvl1pPr>
            <a:lvl2pPr lvl="1" algn="r">
              <a:buNone/>
              <a:defRPr sz="1200">
                <a:solidFill>
                  <a:schemeClr val="dk1"/>
                </a:solidFill>
                <a:latin typeface="Poppins Light"/>
                <a:ea typeface="Poppins Light"/>
                <a:cs typeface="Poppins Light"/>
                <a:sym typeface="Poppins Light"/>
              </a:defRPr>
            </a:lvl2pPr>
            <a:lvl3pPr lvl="2" algn="r">
              <a:buNone/>
              <a:defRPr sz="1200">
                <a:solidFill>
                  <a:schemeClr val="dk1"/>
                </a:solidFill>
                <a:latin typeface="Poppins Light"/>
                <a:ea typeface="Poppins Light"/>
                <a:cs typeface="Poppins Light"/>
                <a:sym typeface="Poppins Light"/>
              </a:defRPr>
            </a:lvl3pPr>
            <a:lvl4pPr lvl="3" algn="r">
              <a:buNone/>
              <a:defRPr sz="1200">
                <a:solidFill>
                  <a:schemeClr val="dk1"/>
                </a:solidFill>
                <a:latin typeface="Poppins Light"/>
                <a:ea typeface="Poppins Light"/>
                <a:cs typeface="Poppins Light"/>
                <a:sym typeface="Poppins Light"/>
              </a:defRPr>
            </a:lvl4pPr>
            <a:lvl5pPr lvl="4" algn="r">
              <a:buNone/>
              <a:defRPr sz="1200">
                <a:solidFill>
                  <a:schemeClr val="dk1"/>
                </a:solidFill>
                <a:latin typeface="Poppins Light"/>
                <a:ea typeface="Poppins Light"/>
                <a:cs typeface="Poppins Light"/>
                <a:sym typeface="Poppins Light"/>
              </a:defRPr>
            </a:lvl5pPr>
            <a:lvl6pPr lvl="5" algn="r">
              <a:buNone/>
              <a:defRPr sz="1200">
                <a:solidFill>
                  <a:schemeClr val="dk1"/>
                </a:solidFill>
                <a:latin typeface="Poppins Light"/>
                <a:ea typeface="Poppins Light"/>
                <a:cs typeface="Poppins Light"/>
                <a:sym typeface="Poppins Light"/>
              </a:defRPr>
            </a:lvl6pPr>
            <a:lvl7pPr lvl="6" algn="r">
              <a:buNone/>
              <a:defRPr sz="1200">
                <a:solidFill>
                  <a:schemeClr val="dk1"/>
                </a:solidFill>
                <a:latin typeface="Poppins Light"/>
                <a:ea typeface="Poppins Light"/>
                <a:cs typeface="Poppins Light"/>
                <a:sym typeface="Poppins Light"/>
              </a:defRPr>
            </a:lvl7pPr>
            <a:lvl8pPr lvl="7" algn="r">
              <a:buNone/>
              <a:defRPr sz="1200">
                <a:solidFill>
                  <a:schemeClr val="dk1"/>
                </a:solidFill>
                <a:latin typeface="Poppins Light"/>
                <a:ea typeface="Poppins Light"/>
                <a:cs typeface="Poppins Light"/>
                <a:sym typeface="Poppins Light"/>
              </a:defRPr>
            </a:lvl8pPr>
            <a:lvl9pPr lvl="8" algn="r">
              <a:buNone/>
              <a:defRPr sz="1200">
                <a:solidFill>
                  <a:schemeClr val="dk1"/>
                </a:solidFill>
                <a:latin typeface="Poppins Light"/>
                <a:ea typeface="Poppins Light"/>
                <a:cs typeface="Poppins Light"/>
                <a:sym typeface="Poppins Light"/>
              </a:defRPr>
            </a:lvl9pPr>
          </a:lstStyle>
          <a:p>
            <a:pPr marL="0" lvl="0" indent="0" algn="r" rtl="0">
              <a:spcBef>
                <a:spcPts val="0"/>
              </a:spcBef>
              <a:spcAft>
                <a:spcPts val="0"/>
              </a:spcAft>
              <a:buNone/>
            </a:pPr>
            <a:fld id="{00000000-1234-1234-1234-123412341234}" type="slidenum">
              <a:rPr lang="en-US"/>
              <a:t>‹N°›</a:t>
            </a:fld>
            <a:endParaRPr/>
          </a:p>
        </p:txBody>
      </p:sp>
      <p:sp>
        <p:nvSpPr>
          <p:cNvPr id="31" name="Google Shape;31;p6"/>
          <p:cNvSpPr txBox="1">
            <a:spLocks noGrp="1"/>
          </p:cNvSpPr>
          <p:nvPr>
            <p:ph type="subTitle" idx="1"/>
          </p:nvPr>
        </p:nvSpPr>
        <p:spPr>
          <a:xfrm>
            <a:off x="12187250" y="345450"/>
            <a:ext cx="4929300" cy="284700"/>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200"/>
              <a:buFont typeface="Poppins Light"/>
              <a:buNone/>
              <a:defRPr sz="1200">
                <a:latin typeface="Poppins Light"/>
                <a:ea typeface="Poppins Light"/>
                <a:cs typeface="Poppins Light"/>
                <a:sym typeface="Poppins Light"/>
              </a:defRPr>
            </a:lvl1pPr>
            <a:lvl2pPr lvl="1">
              <a:spcBef>
                <a:spcPts val="0"/>
              </a:spcBef>
              <a:spcAft>
                <a:spcPts val="0"/>
              </a:spcAft>
              <a:buSzPts val="1200"/>
              <a:buFont typeface="Poppins Light"/>
              <a:buNone/>
              <a:defRPr sz="1200">
                <a:latin typeface="Poppins Light"/>
                <a:ea typeface="Poppins Light"/>
                <a:cs typeface="Poppins Light"/>
                <a:sym typeface="Poppins Light"/>
              </a:defRPr>
            </a:lvl2pPr>
            <a:lvl3pPr lvl="2">
              <a:spcBef>
                <a:spcPts val="0"/>
              </a:spcBef>
              <a:spcAft>
                <a:spcPts val="0"/>
              </a:spcAft>
              <a:buSzPts val="1200"/>
              <a:buFont typeface="Poppins Light"/>
              <a:buNone/>
              <a:defRPr sz="1200">
                <a:latin typeface="Poppins Light"/>
                <a:ea typeface="Poppins Light"/>
                <a:cs typeface="Poppins Light"/>
                <a:sym typeface="Poppins Light"/>
              </a:defRPr>
            </a:lvl3pPr>
            <a:lvl4pPr lvl="3">
              <a:spcBef>
                <a:spcPts val="0"/>
              </a:spcBef>
              <a:spcAft>
                <a:spcPts val="0"/>
              </a:spcAft>
              <a:buSzPts val="1200"/>
              <a:buFont typeface="Poppins Light"/>
              <a:buNone/>
              <a:defRPr sz="1200">
                <a:latin typeface="Poppins Light"/>
                <a:ea typeface="Poppins Light"/>
                <a:cs typeface="Poppins Light"/>
                <a:sym typeface="Poppins Light"/>
              </a:defRPr>
            </a:lvl4pPr>
            <a:lvl5pPr lvl="4">
              <a:spcBef>
                <a:spcPts val="0"/>
              </a:spcBef>
              <a:spcAft>
                <a:spcPts val="0"/>
              </a:spcAft>
              <a:buSzPts val="1200"/>
              <a:buFont typeface="Poppins Light"/>
              <a:buNone/>
              <a:defRPr sz="1200">
                <a:latin typeface="Poppins Light"/>
                <a:ea typeface="Poppins Light"/>
                <a:cs typeface="Poppins Light"/>
                <a:sym typeface="Poppins Light"/>
              </a:defRPr>
            </a:lvl5pPr>
            <a:lvl6pPr lvl="5">
              <a:spcBef>
                <a:spcPts val="0"/>
              </a:spcBef>
              <a:spcAft>
                <a:spcPts val="0"/>
              </a:spcAft>
              <a:buSzPts val="1200"/>
              <a:buFont typeface="Poppins Light"/>
              <a:buNone/>
              <a:defRPr sz="1200">
                <a:latin typeface="Poppins Light"/>
                <a:ea typeface="Poppins Light"/>
                <a:cs typeface="Poppins Light"/>
                <a:sym typeface="Poppins Light"/>
              </a:defRPr>
            </a:lvl6pPr>
            <a:lvl7pPr lvl="6">
              <a:spcBef>
                <a:spcPts val="0"/>
              </a:spcBef>
              <a:spcAft>
                <a:spcPts val="0"/>
              </a:spcAft>
              <a:buSzPts val="1200"/>
              <a:buFont typeface="Poppins Light"/>
              <a:buNone/>
              <a:defRPr sz="1200">
                <a:latin typeface="Poppins Light"/>
                <a:ea typeface="Poppins Light"/>
                <a:cs typeface="Poppins Light"/>
                <a:sym typeface="Poppins Light"/>
              </a:defRPr>
            </a:lvl7pPr>
            <a:lvl8pPr lvl="7">
              <a:spcBef>
                <a:spcPts val="0"/>
              </a:spcBef>
              <a:spcAft>
                <a:spcPts val="0"/>
              </a:spcAft>
              <a:buSzPts val="1200"/>
              <a:buFont typeface="Poppins Light"/>
              <a:buNone/>
              <a:defRPr sz="1200">
                <a:latin typeface="Poppins Light"/>
                <a:ea typeface="Poppins Light"/>
                <a:cs typeface="Poppins Light"/>
                <a:sym typeface="Poppins Light"/>
              </a:defRPr>
            </a:lvl8pPr>
            <a:lvl9pPr lvl="8">
              <a:spcBef>
                <a:spcPts val="0"/>
              </a:spcBef>
              <a:spcAft>
                <a:spcPts val="0"/>
              </a:spcAft>
              <a:buSzPts val="1200"/>
              <a:buFont typeface="Poppins Light"/>
              <a:buNone/>
              <a:defRPr sz="1200">
                <a:latin typeface="Poppins Light"/>
                <a:ea typeface="Poppins Light"/>
                <a:cs typeface="Poppins Light"/>
                <a:sym typeface="Poppins Light"/>
              </a:defRPr>
            </a:lvl9pPr>
          </a:lstStyle>
          <a:p>
            <a:endParaRPr/>
          </a:p>
        </p:txBody>
      </p:sp>
      <p:sp>
        <p:nvSpPr>
          <p:cNvPr id="32" name="Google Shape;32;p6"/>
          <p:cNvSpPr txBox="1">
            <a:spLocks noGrp="1"/>
          </p:cNvSpPr>
          <p:nvPr>
            <p:ph type="title"/>
          </p:nvPr>
        </p:nvSpPr>
        <p:spPr>
          <a:xfrm>
            <a:off x="685800" y="756750"/>
            <a:ext cx="16916400" cy="723000"/>
          </a:xfrm>
          <a:prstGeom prst="rect">
            <a:avLst/>
          </a:prstGeom>
          <a:noFill/>
          <a:ln>
            <a:noFill/>
          </a:ln>
        </p:spPr>
        <p:txBody>
          <a:bodyPr spcFirstLastPara="1" wrap="square" lIns="0" tIns="91400" rIns="182850" bIns="91400" anchor="t" anchorCtr="0">
            <a:noAutofit/>
          </a:bodyPr>
          <a:lstStyle>
            <a:lvl1pPr marR="0" lvl="0" algn="l">
              <a:lnSpc>
                <a:spcPct val="100000"/>
              </a:lnSpc>
              <a:spcBef>
                <a:spcPts val="0"/>
              </a:spcBef>
              <a:spcAft>
                <a:spcPts val="0"/>
              </a:spcAft>
              <a:buClr>
                <a:schemeClr val="dk1"/>
              </a:buClr>
              <a:buSzPts val="2200"/>
              <a:buFont typeface="Poppins Light"/>
              <a:buNone/>
              <a:defRPr u="none" strike="noStrike" cap="none">
                <a:solidFill>
                  <a:schemeClr val="dk1"/>
                </a:solidFill>
                <a:latin typeface="Poppins Light"/>
                <a:ea typeface="Poppins Light"/>
                <a:cs typeface="Poppins Light"/>
                <a:sym typeface="Poppins Light"/>
              </a:defRPr>
            </a:lvl1pPr>
            <a:lvl2pPr lvl="1">
              <a:spcBef>
                <a:spcPts val="0"/>
              </a:spcBef>
              <a:spcAft>
                <a:spcPts val="0"/>
              </a:spcAft>
              <a:buClr>
                <a:schemeClr val="dk1"/>
              </a:buClr>
              <a:buSzPts val="4200"/>
              <a:buFont typeface="Poppins Light"/>
              <a:buNone/>
              <a:defRPr sz="4200">
                <a:solidFill>
                  <a:schemeClr val="dk1"/>
                </a:solidFill>
                <a:latin typeface="Poppins Light"/>
                <a:ea typeface="Poppins Light"/>
                <a:cs typeface="Poppins Light"/>
                <a:sym typeface="Poppins Light"/>
              </a:defRPr>
            </a:lvl2pPr>
            <a:lvl3pPr lvl="2">
              <a:spcBef>
                <a:spcPts val="0"/>
              </a:spcBef>
              <a:spcAft>
                <a:spcPts val="0"/>
              </a:spcAft>
              <a:buClr>
                <a:schemeClr val="dk1"/>
              </a:buClr>
              <a:buSzPts val="4200"/>
              <a:buFont typeface="Poppins Light"/>
              <a:buNone/>
              <a:defRPr sz="4200">
                <a:solidFill>
                  <a:schemeClr val="dk1"/>
                </a:solidFill>
                <a:latin typeface="Poppins Light"/>
                <a:ea typeface="Poppins Light"/>
                <a:cs typeface="Poppins Light"/>
                <a:sym typeface="Poppins Light"/>
              </a:defRPr>
            </a:lvl3pPr>
            <a:lvl4pPr lvl="3">
              <a:spcBef>
                <a:spcPts val="0"/>
              </a:spcBef>
              <a:spcAft>
                <a:spcPts val="0"/>
              </a:spcAft>
              <a:buClr>
                <a:schemeClr val="dk1"/>
              </a:buClr>
              <a:buSzPts val="4200"/>
              <a:buFont typeface="Poppins Light"/>
              <a:buNone/>
              <a:defRPr sz="4200">
                <a:solidFill>
                  <a:schemeClr val="dk1"/>
                </a:solidFill>
                <a:latin typeface="Poppins Light"/>
                <a:ea typeface="Poppins Light"/>
                <a:cs typeface="Poppins Light"/>
                <a:sym typeface="Poppins Light"/>
              </a:defRPr>
            </a:lvl4pPr>
            <a:lvl5pPr lvl="4">
              <a:spcBef>
                <a:spcPts val="0"/>
              </a:spcBef>
              <a:spcAft>
                <a:spcPts val="0"/>
              </a:spcAft>
              <a:buClr>
                <a:schemeClr val="dk1"/>
              </a:buClr>
              <a:buSzPts val="4200"/>
              <a:buFont typeface="Poppins Light"/>
              <a:buNone/>
              <a:defRPr sz="4200">
                <a:solidFill>
                  <a:schemeClr val="dk1"/>
                </a:solidFill>
                <a:latin typeface="Poppins Light"/>
                <a:ea typeface="Poppins Light"/>
                <a:cs typeface="Poppins Light"/>
                <a:sym typeface="Poppins Light"/>
              </a:defRPr>
            </a:lvl5pPr>
            <a:lvl6pPr lvl="5">
              <a:spcBef>
                <a:spcPts val="0"/>
              </a:spcBef>
              <a:spcAft>
                <a:spcPts val="0"/>
              </a:spcAft>
              <a:buClr>
                <a:schemeClr val="dk1"/>
              </a:buClr>
              <a:buSzPts val="4200"/>
              <a:buFont typeface="Poppins Light"/>
              <a:buNone/>
              <a:defRPr sz="4200">
                <a:solidFill>
                  <a:schemeClr val="dk1"/>
                </a:solidFill>
                <a:latin typeface="Poppins Light"/>
                <a:ea typeface="Poppins Light"/>
                <a:cs typeface="Poppins Light"/>
                <a:sym typeface="Poppins Light"/>
              </a:defRPr>
            </a:lvl6pPr>
            <a:lvl7pPr lvl="6">
              <a:spcBef>
                <a:spcPts val="0"/>
              </a:spcBef>
              <a:spcAft>
                <a:spcPts val="0"/>
              </a:spcAft>
              <a:buClr>
                <a:schemeClr val="dk1"/>
              </a:buClr>
              <a:buSzPts val="4200"/>
              <a:buFont typeface="Poppins Light"/>
              <a:buNone/>
              <a:defRPr sz="4200">
                <a:solidFill>
                  <a:schemeClr val="dk1"/>
                </a:solidFill>
                <a:latin typeface="Poppins Light"/>
                <a:ea typeface="Poppins Light"/>
                <a:cs typeface="Poppins Light"/>
                <a:sym typeface="Poppins Light"/>
              </a:defRPr>
            </a:lvl7pPr>
            <a:lvl8pPr lvl="7">
              <a:spcBef>
                <a:spcPts val="0"/>
              </a:spcBef>
              <a:spcAft>
                <a:spcPts val="0"/>
              </a:spcAft>
              <a:buClr>
                <a:schemeClr val="dk1"/>
              </a:buClr>
              <a:buSzPts val="4200"/>
              <a:buFont typeface="Poppins Light"/>
              <a:buNone/>
              <a:defRPr sz="4200">
                <a:solidFill>
                  <a:schemeClr val="dk1"/>
                </a:solidFill>
                <a:latin typeface="Poppins Light"/>
                <a:ea typeface="Poppins Light"/>
                <a:cs typeface="Poppins Light"/>
                <a:sym typeface="Poppins Light"/>
              </a:defRPr>
            </a:lvl8pPr>
            <a:lvl9pPr lvl="8">
              <a:spcBef>
                <a:spcPts val="0"/>
              </a:spcBef>
              <a:spcAft>
                <a:spcPts val="0"/>
              </a:spcAft>
              <a:buClr>
                <a:schemeClr val="dk1"/>
              </a:buClr>
              <a:buSzPts val="4200"/>
              <a:buFont typeface="Poppins Light"/>
              <a:buNone/>
              <a:defRPr sz="4200">
                <a:solidFill>
                  <a:schemeClr val="dk1"/>
                </a:solidFill>
                <a:latin typeface="Poppins Light"/>
                <a:ea typeface="Poppins Light"/>
                <a:cs typeface="Poppins Light"/>
                <a:sym typeface="Poppins Light"/>
              </a:defRPr>
            </a:lvl9pPr>
          </a:lstStyle>
          <a:p>
            <a:endParaRPr/>
          </a:p>
        </p:txBody>
      </p:sp>
      <p:sp>
        <p:nvSpPr>
          <p:cNvPr id="33" name="Google Shape;33;p6"/>
          <p:cNvSpPr/>
          <p:nvPr/>
        </p:nvSpPr>
        <p:spPr>
          <a:xfrm>
            <a:off x="685792" y="345496"/>
            <a:ext cx="285800" cy="284620"/>
          </a:xfrm>
          <a:custGeom>
            <a:avLst/>
            <a:gdLst/>
            <a:ahLst/>
            <a:cxnLst/>
            <a:rect l="l" t="t" r="r" b="b"/>
            <a:pathLst>
              <a:path w="631602" h="628994" extrusionOk="0">
                <a:moveTo>
                  <a:pt x="307919" y="123061"/>
                </a:moveTo>
                <a:lnTo>
                  <a:pt x="323948" y="123061"/>
                </a:lnTo>
                <a:lnTo>
                  <a:pt x="324034" y="124369"/>
                </a:lnTo>
                <a:cubicBezTo>
                  <a:pt x="324738" y="134737"/>
                  <a:pt x="325213" y="145237"/>
                  <a:pt x="325698" y="155955"/>
                </a:cubicBezTo>
                <a:cubicBezTo>
                  <a:pt x="325917" y="161270"/>
                  <a:pt x="326174" y="166586"/>
                  <a:pt x="326440" y="171902"/>
                </a:cubicBezTo>
                <a:lnTo>
                  <a:pt x="327753" y="219435"/>
                </a:lnTo>
                <a:cubicBezTo>
                  <a:pt x="328581" y="248407"/>
                  <a:pt x="328714" y="277163"/>
                  <a:pt x="328714" y="301648"/>
                </a:cubicBezTo>
                <a:cubicBezTo>
                  <a:pt x="361866" y="301866"/>
                  <a:pt x="387379" y="302258"/>
                  <a:pt x="411265" y="302955"/>
                </a:cubicBezTo>
                <a:lnTo>
                  <a:pt x="459276" y="304262"/>
                </a:lnTo>
                <a:cubicBezTo>
                  <a:pt x="464651" y="304524"/>
                  <a:pt x="469978" y="304785"/>
                  <a:pt x="475305" y="305002"/>
                </a:cubicBezTo>
                <a:lnTo>
                  <a:pt x="475572" y="304915"/>
                </a:lnTo>
                <a:cubicBezTo>
                  <a:pt x="485703" y="305307"/>
                  <a:pt x="496490" y="305787"/>
                  <a:pt x="507287" y="306571"/>
                </a:cubicBezTo>
                <a:lnTo>
                  <a:pt x="508590" y="306658"/>
                </a:lnTo>
                <a:lnTo>
                  <a:pt x="508590" y="321515"/>
                </a:lnTo>
                <a:lnTo>
                  <a:pt x="507287" y="321602"/>
                </a:lnTo>
                <a:cubicBezTo>
                  <a:pt x="496842" y="322343"/>
                  <a:pt x="486321" y="322823"/>
                  <a:pt x="475572" y="323301"/>
                </a:cubicBezTo>
                <a:lnTo>
                  <a:pt x="474915" y="323301"/>
                </a:lnTo>
                <a:cubicBezTo>
                  <a:pt x="469807" y="323519"/>
                  <a:pt x="464689" y="323737"/>
                  <a:pt x="459581" y="323999"/>
                </a:cubicBezTo>
                <a:lnTo>
                  <a:pt x="411884" y="325480"/>
                </a:lnTo>
                <a:cubicBezTo>
                  <a:pt x="400744" y="325915"/>
                  <a:pt x="389386" y="326090"/>
                  <a:pt x="378247" y="326220"/>
                </a:cubicBezTo>
                <a:cubicBezTo>
                  <a:pt x="389776" y="331144"/>
                  <a:pt x="399650" y="335457"/>
                  <a:pt x="409002" y="339683"/>
                </a:cubicBezTo>
                <a:lnTo>
                  <a:pt x="452332" y="359071"/>
                </a:lnTo>
                <a:cubicBezTo>
                  <a:pt x="457136" y="361380"/>
                  <a:pt x="461940" y="363646"/>
                  <a:pt x="466744" y="365824"/>
                </a:cubicBezTo>
                <a:lnTo>
                  <a:pt x="468009" y="366434"/>
                </a:lnTo>
                <a:cubicBezTo>
                  <a:pt x="477056" y="370661"/>
                  <a:pt x="486407" y="375017"/>
                  <a:pt x="495491" y="379591"/>
                </a:cubicBezTo>
                <a:lnTo>
                  <a:pt x="496671" y="380201"/>
                </a:lnTo>
                <a:lnTo>
                  <a:pt x="490906" y="393838"/>
                </a:lnTo>
                <a:lnTo>
                  <a:pt x="489679" y="393447"/>
                </a:lnTo>
                <a:cubicBezTo>
                  <a:pt x="480461" y="390441"/>
                  <a:pt x="471681" y="387304"/>
                  <a:pt x="461198" y="383513"/>
                </a:cubicBezTo>
                <a:cubicBezTo>
                  <a:pt x="455738" y="381552"/>
                  <a:pt x="450192" y="379548"/>
                  <a:pt x="444646" y="377632"/>
                </a:cubicBezTo>
                <a:lnTo>
                  <a:pt x="400002" y="360857"/>
                </a:lnTo>
                <a:cubicBezTo>
                  <a:pt x="392050" y="357851"/>
                  <a:pt x="384145" y="354758"/>
                  <a:pt x="376240" y="351621"/>
                </a:cubicBezTo>
                <a:cubicBezTo>
                  <a:pt x="373662" y="350619"/>
                  <a:pt x="371084" y="349573"/>
                  <a:pt x="368506" y="348571"/>
                </a:cubicBezTo>
                <a:lnTo>
                  <a:pt x="370998" y="351142"/>
                </a:lnTo>
                <a:cubicBezTo>
                  <a:pt x="377372" y="357720"/>
                  <a:pt x="384801" y="365344"/>
                  <a:pt x="391879" y="372882"/>
                </a:cubicBezTo>
                <a:lnTo>
                  <a:pt x="424545" y="407562"/>
                </a:lnTo>
                <a:cubicBezTo>
                  <a:pt x="427608" y="410961"/>
                  <a:pt x="430662" y="414316"/>
                  <a:pt x="433725" y="417627"/>
                </a:cubicBezTo>
                <a:lnTo>
                  <a:pt x="434772" y="418803"/>
                </a:lnTo>
                <a:cubicBezTo>
                  <a:pt x="441887" y="426602"/>
                  <a:pt x="449269" y="434706"/>
                  <a:pt x="456394" y="442897"/>
                </a:cubicBezTo>
                <a:lnTo>
                  <a:pt x="457269" y="443899"/>
                </a:lnTo>
                <a:lnTo>
                  <a:pt x="446739" y="454355"/>
                </a:lnTo>
                <a:lnTo>
                  <a:pt x="445740" y="453527"/>
                </a:lnTo>
                <a:cubicBezTo>
                  <a:pt x="436864" y="445946"/>
                  <a:pt x="428179" y="438104"/>
                  <a:pt x="420835" y="431395"/>
                </a:cubicBezTo>
                <a:cubicBezTo>
                  <a:pt x="417297" y="428171"/>
                  <a:pt x="413758" y="424947"/>
                  <a:pt x="410219" y="421766"/>
                </a:cubicBezTo>
                <a:lnTo>
                  <a:pt x="375364" y="389220"/>
                </a:lnTo>
                <a:cubicBezTo>
                  <a:pt x="368116" y="382467"/>
                  <a:pt x="360819" y="375453"/>
                  <a:pt x="353780" y="368656"/>
                </a:cubicBezTo>
                <a:lnTo>
                  <a:pt x="351116" y="366086"/>
                </a:lnTo>
                <a:cubicBezTo>
                  <a:pt x="355007" y="375714"/>
                  <a:pt x="359022" y="385996"/>
                  <a:pt x="363302" y="397324"/>
                </a:cubicBezTo>
                <a:lnTo>
                  <a:pt x="380121" y="441721"/>
                </a:lnTo>
                <a:cubicBezTo>
                  <a:pt x="381652" y="446165"/>
                  <a:pt x="383222" y="450565"/>
                  <a:pt x="384801" y="454922"/>
                </a:cubicBezTo>
                <a:lnTo>
                  <a:pt x="386856" y="460716"/>
                </a:lnTo>
                <a:cubicBezTo>
                  <a:pt x="389862" y="469169"/>
                  <a:pt x="393011" y="477969"/>
                  <a:pt x="395941" y="486683"/>
                </a:cubicBezTo>
                <a:lnTo>
                  <a:pt x="396378" y="487946"/>
                </a:lnTo>
                <a:lnTo>
                  <a:pt x="382661" y="493698"/>
                </a:lnTo>
                <a:lnTo>
                  <a:pt x="382042" y="492521"/>
                </a:lnTo>
                <a:cubicBezTo>
                  <a:pt x="377419" y="483416"/>
                  <a:pt x="373043" y="474179"/>
                  <a:pt x="368239" y="463897"/>
                </a:cubicBezTo>
                <a:cubicBezTo>
                  <a:pt x="366013" y="459104"/>
                  <a:pt x="363740" y="454312"/>
                  <a:pt x="361476" y="449563"/>
                </a:cubicBezTo>
                <a:lnTo>
                  <a:pt x="341861" y="406256"/>
                </a:lnTo>
                <a:cubicBezTo>
                  <a:pt x="337447" y="396540"/>
                  <a:pt x="333299" y="386912"/>
                  <a:pt x="329237" y="377632"/>
                </a:cubicBezTo>
                <a:lnTo>
                  <a:pt x="328362" y="375584"/>
                </a:lnTo>
                <a:cubicBezTo>
                  <a:pt x="328181" y="386824"/>
                  <a:pt x="328010" y="398108"/>
                  <a:pt x="327620" y="409131"/>
                </a:cubicBezTo>
                <a:lnTo>
                  <a:pt x="326136" y="456621"/>
                </a:lnTo>
                <a:cubicBezTo>
                  <a:pt x="325870" y="461936"/>
                  <a:pt x="325613" y="467251"/>
                  <a:pt x="325394" y="472566"/>
                </a:cubicBezTo>
                <a:cubicBezTo>
                  <a:pt x="324956" y="483198"/>
                  <a:pt x="324519" y="493611"/>
                  <a:pt x="323729" y="504154"/>
                </a:cubicBezTo>
                <a:lnTo>
                  <a:pt x="323644" y="505461"/>
                </a:lnTo>
                <a:lnTo>
                  <a:pt x="308747" y="505461"/>
                </a:lnTo>
                <a:lnTo>
                  <a:pt x="308661" y="504154"/>
                </a:lnTo>
                <a:cubicBezTo>
                  <a:pt x="307957" y="493959"/>
                  <a:pt x="307481" y="483807"/>
                  <a:pt x="306996" y="472566"/>
                </a:cubicBezTo>
                <a:cubicBezTo>
                  <a:pt x="306778" y="467251"/>
                  <a:pt x="306521" y="461936"/>
                  <a:pt x="306254" y="456621"/>
                </a:cubicBezTo>
                <a:lnTo>
                  <a:pt x="304770" y="409088"/>
                </a:lnTo>
                <a:cubicBezTo>
                  <a:pt x="303810" y="381684"/>
                  <a:pt x="303638" y="353799"/>
                  <a:pt x="303458" y="326830"/>
                </a:cubicBezTo>
                <a:lnTo>
                  <a:pt x="290920" y="326830"/>
                </a:lnTo>
                <a:cubicBezTo>
                  <a:pt x="267947" y="326700"/>
                  <a:pt x="244231" y="326613"/>
                  <a:pt x="220944" y="325915"/>
                </a:cubicBezTo>
                <a:lnTo>
                  <a:pt x="173247" y="324609"/>
                </a:lnTo>
                <a:cubicBezTo>
                  <a:pt x="167873" y="324347"/>
                  <a:pt x="162545" y="324086"/>
                  <a:pt x="157209" y="323868"/>
                </a:cubicBezTo>
                <a:cubicBezTo>
                  <a:pt x="147030" y="323432"/>
                  <a:pt x="136157" y="322996"/>
                  <a:pt x="125503" y="322212"/>
                </a:cubicBezTo>
                <a:lnTo>
                  <a:pt x="124190" y="322125"/>
                </a:lnTo>
                <a:lnTo>
                  <a:pt x="124190" y="306092"/>
                </a:lnTo>
                <a:lnTo>
                  <a:pt x="125503" y="306005"/>
                </a:lnTo>
                <a:cubicBezTo>
                  <a:pt x="135853" y="305307"/>
                  <a:pt x="145984" y="304829"/>
                  <a:pt x="157209" y="304349"/>
                </a:cubicBezTo>
                <a:cubicBezTo>
                  <a:pt x="162545" y="304131"/>
                  <a:pt x="167873" y="303870"/>
                  <a:pt x="173200" y="303609"/>
                </a:cubicBezTo>
                <a:lnTo>
                  <a:pt x="220944" y="302301"/>
                </a:lnTo>
                <a:cubicBezTo>
                  <a:pt x="231779" y="302040"/>
                  <a:pt x="242738" y="301866"/>
                  <a:pt x="253620" y="301735"/>
                </a:cubicBezTo>
                <a:lnTo>
                  <a:pt x="249206" y="299862"/>
                </a:lnTo>
                <a:cubicBezTo>
                  <a:pt x="241035" y="296376"/>
                  <a:pt x="232350" y="292673"/>
                  <a:pt x="223655" y="288752"/>
                </a:cubicBezTo>
                <a:lnTo>
                  <a:pt x="175559" y="267273"/>
                </a:lnTo>
                <a:cubicBezTo>
                  <a:pt x="171754" y="265530"/>
                  <a:pt x="167958" y="263744"/>
                  <a:pt x="164153" y="262001"/>
                </a:cubicBezTo>
                <a:lnTo>
                  <a:pt x="162764" y="261348"/>
                </a:lnTo>
                <a:cubicBezTo>
                  <a:pt x="154241" y="257426"/>
                  <a:pt x="145422" y="253374"/>
                  <a:pt x="136899" y="249060"/>
                </a:cubicBezTo>
                <a:lnTo>
                  <a:pt x="135719" y="248451"/>
                </a:lnTo>
                <a:lnTo>
                  <a:pt x="141969" y="233638"/>
                </a:lnTo>
                <a:lnTo>
                  <a:pt x="143234" y="234073"/>
                </a:lnTo>
                <a:cubicBezTo>
                  <a:pt x="153889" y="237646"/>
                  <a:pt x="164638" y="241524"/>
                  <a:pt x="175036" y="245270"/>
                </a:cubicBezTo>
                <a:lnTo>
                  <a:pt x="188182" y="250020"/>
                </a:lnTo>
                <a:lnTo>
                  <a:pt x="232873" y="266836"/>
                </a:lnTo>
                <a:cubicBezTo>
                  <a:pt x="242091" y="270410"/>
                  <a:pt x="251261" y="274069"/>
                  <a:pt x="260431" y="277729"/>
                </a:cubicBezTo>
                <a:lnTo>
                  <a:pt x="262971" y="278731"/>
                </a:lnTo>
                <a:cubicBezTo>
                  <a:pt x="256331" y="272109"/>
                  <a:pt x="249206" y="264745"/>
                  <a:pt x="240474" y="255596"/>
                </a:cubicBezTo>
                <a:lnTo>
                  <a:pt x="207626" y="221090"/>
                </a:lnTo>
                <a:cubicBezTo>
                  <a:pt x="203165" y="216123"/>
                  <a:pt x="198713" y="211244"/>
                  <a:pt x="194251" y="206407"/>
                </a:cubicBezTo>
                <a:cubicBezTo>
                  <a:pt x="187526" y="199088"/>
                  <a:pt x="181457" y="192509"/>
                  <a:pt x="175559" y="185712"/>
                </a:cubicBezTo>
                <a:lnTo>
                  <a:pt x="174684" y="184711"/>
                </a:lnTo>
                <a:lnTo>
                  <a:pt x="186042" y="173426"/>
                </a:lnTo>
                <a:lnTo>
                  <a:pt x="187050" y="174298"/>
                </a:lnTo>
                <a:cubicBezTo>
                  <a:pt x="194736" y="180920"/>
                  <a:pt x="201985" y="187499"/>
                  <a:pt x="210680" y="195428"/>
                </a:cubicBezTo>
                <a:cubicBezTo>
                  <a:pt x="214609" y="199045"/>
                  <a:pt x="218547" y="202617"/>
                  <a:pt x="222514" y="206189"/>
                </a:cubicBezTo>
                <a:lnTo>
                  <a:pt x="257159" y="238910"/>
                </a:lnTo>
                <a:cubicBezTo>
                  <a:pt x="261525" y="243179"/>
                  <a:pt x="265939" y="247449"/>
                  <a:pt x="270306" y="251675"/>
                </a:cubicBezTo>
                <a:cubicBezTo>
                  <a:pt x="273711" y="254943"/>
                  <a:pt x="277117" y="258254"/>
                  <a:pt x="280484" y="261521"/>
                </a:cubicBezTo>
                <a:cubicBezTo>
                  <a:pt x="275937" y="250368"/>
                  <a:pt x="272094" y="240653"/>
                  <a:pt x="268470" y="231372"/>
                </a:cubicBezTo>
                <a:lnTo>
                  <a:pt x="251480" y="186976"/>
                </a:lnTo>
                <a:cubicBezTo>
                  <a:pt x="249910" y="182619"/>
                  <a:pt x="248331" y="178306"/>
                  <a:pt x="246762" y="174036"/>
                </a:cubicBezTo>
                <a:lnTo>
                  <a:pt x="246590" y="173513"/>
                </a:lnTo>
                <a:cubicBezTo>
                  <a:pt x="242871" y="163275"/>
                  <a:pt x="238990" y="152688"/>
                  <a:pt x="235451" y="142188"/>
                </a:cubicBezTo>
                <a:lnTo>
                  <a:pt x="235013" y="140924"/>
                </a:lnTo>
                <a:lnTo>
                  <a:pt x="249910" y="134694"/>
                </a:lnTo>
                <a:lnTo>
                  <a:pt x="250472" y="135914"/>
                </a:lnTo>
                <a:cubicBezTo>
                  <a:pt x="255104" y="145455"/>
                  <a:pt x="259651" y="155040"/>
                  <a:pt x="263057" y="162360"/>
                </a:cubicBezTo>
                <a:lnTo>
                  <a:pt x="265939" y="168503"/>
                </a:lnTo>
                <a:cubicBezTo>
                  <a:pt x="267595" y="171945"/>
                  <a:pt x="269212" y="175430"/>
                  <a:pt x="270876" y="178873"/>
                </a:cubicBezTo>
                <a:lnTo>
                  <a:pt x="290311" y="222179"/>
                </a:lnTo>
                <a:cubicBezTo>
                  <a:pt x="294202" y="230719"/>
                  <a:pt x="297874" y="239302"/>
                  <a:pt x="301450" y="247624"/>
                </a:cubicBezTo>
                <a:lnTo>
                  <a:pt x="303372" y="252024"/>
                </a:lnTo>
                <a:cubicBezTo>
                  <a:pt x="303505" y="241175"/>
                  <a:pt x="303676" y="230283"/>
                  <a:pt x="303943" y="219478"/>
                </a:cubicBezTo>
                <a:lnTo>
                  <a:pt x="305427" y="171902"/>
                </a:lnTo>
                <a:cubicBezTo>
                  <a:pt x="305693" y="166586"/>
                  <a:pt x="305950" y="161270"/>
                  <a:pt x="306169" y="155955"/>
                </a:cubicBezTo>
                <a:cubicBezTo>
                  <a:pt x="306559" y="145847"/>
                  <a:pt x="307044" y="135042"/>
                  <a:pt x="307833" y="124369"/>
                </a:cubicBezTo>
                <a:close/>
                <a:moveTo>
                  <a:pt x="315776" y="36638"/>
                </a:moveTo>
                <a:cubicBezTo>
                  <a:pt x="241301" y="36725"/>
                  <a:pt x="171240" y="65654"/>
                  <a:pt x="118558" y="118110"/>
                </a:cubicBezTo>
                <a:cubicBezTo>
                  <a:pt x="65877" y="170567"/>
                  <a:pt x="36824" y="240320"/>
                  <a:pt x="36736" y="314517"/>
                </a:cubicBezTo>
                <a:cubicBezTo>
                  <a:pt x="36736" y="369675"/>
                  <a:pt x="53035" y="423090"/>
                  <a:pt x="83780" y="468923"/>
                </a:cubicBezTo>
                <a:cubicBezTo>
                  <a:pt x="114534" y="514758"/>
                  <a:pt x="157865" y="550179"/>
                  <a:pt x="209024" y="571266"/>
                </a:cubicBezTo>
                <a:cubicBezTo>
                  <a:pt x="260174" y="592353"/>
                  <a:pt x="315910" y="597843"/>
                  <a:pt x="370256" y="587081"/>
                </a:cubicBezTo>
                <a:cubicBezTo>
                  <a:pt x="424555" y="576320"/>
                  <a:pt x="473954" y="550005"/>
                  <a:pt x="513137" y="511011"/>
                </a:cubicBezTo>
                <a:cubicBezTo>
                  <a:pt x="552282" y="472017"/>
                  <a:pt x="578709" y="422785"/>
                  <a:pt x="589496" y="368716"/>
                </a:cubicBezTo>
                <a:cubicBezTo>
                  <a:pt x="600284" y="314648"/>
                  <a:pt x="594785" y="259098"/>
                  <a:pt x="573591" y="208166"/>
                </a:cubicBezTo>
                <a:cubicBezTo>
                  <a:pt x="552406" y="157235"/>
                  <a:pt x="516847" y="114103"/>
                  <a:pt x="470806" y="83474"/>
                </a:cubicBezTo>
                <a:cubicBezTo>
                  <a:pt x="424773" y="52845"/>
                  <a:pt x="371169" y="36638"/>
                  <a:pt x="315776" y="36638"/>
                </a:cubicBezTo>
                <a:close/>
                <a:moveTo>
                  <a:pt x="284825" y="1500"/>
                </a:moveTo>
                <a:cubicBezTo>
                  <a:pt x="315518" y="-1507"/>
                  <a:pt x="346665" y="-4"/>
                  <a:pt x="377419" y="6096"/>
                </a:cubicBezTo>
                <a:cubicBezTo>
                  <a:pt x="438881" y="18252"/>
                  <a:pt x="494787" y="48009"/>
                  <a:pt x="539088" y="92144"/>
                </a:cubicBezTo>
                <a:lnTo>
                  <a:pt x="539040" y="92187"/>
                </a:lnTo>
                <a:cubicBezTo>
                  <a:pt x="583379" y="136322"/>
                  <a:pt x="613259" y="192003"/>
                  <a:pt x="625492" y="253216"/>
                </a:cubicBezTo>
                <a:cubicBezTo>
                  <a:pt x="637726" y="314430"/>
                  <a:pt x="631514" y="377256"/>
                  <a:pt x="607532" y="434897"/>
                </a:cubicBezTo>
                <a:cubicBezTo>
                  <a:pt x="583551" y="492537"/>
                  <a:pt x="543321" y="541334"/>
                  <a:pt x="491210" y="576015"/>
                </a:cubicBezTo>
                <a:cubicBezTo>
                  <a:pt x="439100" y="610652"/>
                  <a:pt x="378465" y="628994"/>
                  <a:pt x="315776" y="628994"/>
                </a:cubicBezTo>
                <a:cubicBezTo>
                  <a:pt x="231474" y="628863"/>
                  <a:pt x="152233" y="596143"/>
                  <a:pt x="92607" y="536760"/>
                </a:cubicBezTo>
                <a:cubicBezTo>
                  <a:pt x="32980" y="477419"/>
                  <a:pt x="88" y="398474"/>
                  <a:pt x="0" y="314517"/>
                </a:cubicBezTo>
                <a:cubicBezTo>
                  <a:pt x="0" y="252083"/>
                  <a:pt x="18390" y="191698"/>
                  <a:pt x="53253" y="139765"/>
                </a:cubicBezTo>
                <a:cubicBezTo>
                  <a:pt x="88060" y="87874"/>
                  <a:pt x="137080" y="47835"/>
                  <a:pt x="194955" y="23959"/>
                </a:cubicBezTo>
                <a:cubicBezTo>
                  <a:pt x="223893" y="12021"/>
                  <a:pt x="254132" y="4506"/>
                  <a:pt x="284825" y="1500"/>
                </a:cubicBezTo>
                <a:close/>
              </a:path>
            </a:pathLst>
          </a:custGeom>
          <a:solidFill>
            <a:schemeClr val="dk1"/>
          </a:solidFill>
          <a:ln>
            <a:noFill/>
          </a:ln>
        </p:spPr>
        <p:txBody>
          <a:bodyPr spcFirstLastPara="1" wrap="square" lIns="141675" tIns="70825" rIns="141675" bIns="70825" anchor="ctr" anchorCtr="0">
            <a:noAutofit/>
          </a:bodyPr>
          <a:lstStyle/>
          <a:p>
            <a:pPr marL="0" marR="0" lvl="0" indent="0" algn="l" rtl="0">
              <a:lnSpc>
                <a:spcPct val="100000"/>
              </a:lnSpc>
              <a:spcBef>
                <a:spcPts val="0"/>
              </a:spcBef>
              <a:spcAft>
                <a:spcPts val="0"/>
              </a:spcAft>
              <a:buNone/>
            </a:pPr>
            <a:endParaRPr sz="217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 Light">
  <p:cSld name="TITLE_ONLY_2_1_3">
    <p:bg>
      <p:bgPr>
        <a:solidFill>
          <a:schemeClr val="lt2"/>
        </a:solidFill>
        <a:effectLst/>
      </p:bgPr>
    </p:bg>
    <p:spTree>
      <p:nvGrpSpPr>
        <p:cNvPr id="1" name="Shape 34"/>
        <p:cNvGrpSpPr/>
        <p:nvPr/>
      </p:nvGrpSpPr>
      <p:grpSpPr>
        <a:xfrm>
          <a:off x="0" y="0"/>
          <a:ext cx="0" cy="0"/>
          <a:chOff x="0" y="0"/>
          <a:chExt cx="0" cy="0"/>
        </a:xfrm>
      </p:grpSpPr>
      <p:sp>
        <p:nvSpPr>
          <p:cNvPr id="35" name="Google Shape;35;p7"/>
          <p:cNvSpPr txBox="1">
            <a:spLocks noGrp="1"/>
          </p:cNvSpPr>
          <p:nvPr>
            <p:ph type="sldNum" idx="12"/>
          </p:nvPr>
        </p:nvSpPr>
        <p:spPr>
          <a:xfrm>
            <a:off x="16514400" y="345450"/>
            <a:ext cx="1097400" cy="284700"/>
          </a:xfrm>
          <a:prstGeom prst="rect">
            <a:avLst/>
          </a:prstGeom>
          <a:noFill/>
          <a:ln>
            <a:noFill/>
          </a:ln>
        </p:spPr>
        <p:txBody>
          <a:bodyPr spcFirstLastPara="1" wrap="square" lIns="0" tIns="0" rIns="0" bIns="0" anchor="ctr" anchorCtr="0">
            <a:noAutofit/>
          </a:bodyPr>
          <a:lstStyle>
            <a:lvl1pPr lvl="0" algn="r">
              <a:buNone/>
              <a:defRPr sz="1200">
                <a:solidFill>
                  <a:schemeClr val="dk1"/>
                </a:solidFill>
                <a:latin typeface="Poppins Light"/>
                <a:ea typeface="Poppins Light"/>
                <a:cs typeface="Poppins Light"/>
                <a:sym typeface="Poppins Light"/>
              </a:defRPr>
            </a:lvl1pPr>
            <a:lvl2pPr lvl="1" algn="r">
              <a:buNone/>
              <a:defRPr sz="1200">
                <a:solidFill>
                  <a:schemeClr val="dk1"/>
                </a:solidFill>
                <a:latin typeface="Poppins Light"/>
                <a:ea typeface="Poppins Light"/>
                <a:cs typeface="Poppins Light"/>
                <a:sym typeface="Poppins Light"/>
              </a:defRPr>
            </a:lvl2pPr>
            <a:lvl3pPr lvl="2" algn="r">
              <a:buNone/>
              <a:defRPr sz="1200">
                <a:solidFill>
                  <a:schemeClr val="dk1"/>
                </a:solidFill>
                <a:latin typeface="Poppins Light"/>
                <a:ea typeface="Poppins Light"/>
                <a:cs typeface="Poppins Light"/>
                <a:sym typeface="Poppins Light"/>
              </a:defRPr>
            </a:lvl3pPr>
            <a:lvl4pPr lvl="3" algn="r">
              <a:buNone/>
              <a:defRPr sz="1200">
                <a:solidFill>
                  <a:schemeClr val="dk1"/>
                </a:solidFill>
                <a:latin typeface="Poppins Light"/>
                <a:ea typeface="Poppins Light"/>
                <a:cs typeface="Poppins Light"/>
                <a:sym typeface="Poppins Light"/>
              </a:defRPr>
            </a:lvl4pPr>
            <a:lvl5pPr lvl="4" algn="r">
              <a:buNone/>
              <a:defRPr sz="1200">
                <a:solidFill>
                  <a:schemeClr val="dk1"/>
                </a:solidFill>
                <a:latin typeface="Poppins Light"/>
                <a:ea typeface="Poppins Light"/>
                <a:cs typeface="Poppins Light"/>
                <a:sym typeface="Poppins Light"/>
              </a:defRPr>
            </a:lvl5pPr>
            <a:lvl6pPr lvl="5" algn="r">
              <a:buNone/>
              <a:defRPr sz="1200">
                <a:solidFill>
                  <a:schemeClr val="dk1"/>
                </a:solidFill>
                <a:latin typeface="Poppins Light"/>
                <a:ea typeface="Poppins Light"/>
                <a:cs typeface="Poppins Light"/>
                <a:sym typeface="Poppins Light"/>
              </a:defRPr>
            </a:lvl6pPr>
            <a:lvl7pPr lvl="6" algn="r">
              <a:buNone/>
              <a:defRPr sz="1200">
                <a:solidFill>
                  <a:schemeClr val="dk1"/>
                </a:solidFill>
                <a:latin typeface="Poppins Light"/>
                <a:ea typeface="Poppins Light"/>
                <a:cs typeface="Poppins Light"/>
                <a:sym typeface="Poppins Light"/>
              </a:defRPr>
            </a:lvl7pPr>
            <a:lvl8pPr lvl="7" algn="r">
              <a:buNone/>
              <a:defRPr sz="1200">
                <a:solidFill>
                  <a:schemeClr val="dk1"/>
                </a:solidFill>
                <a:latin typeface="Poppins Light"/>
                <a:ea typeface="Poppins Light"/>
                <a:cs typeface="Poppins Light"/>
                <a:sym typeface="Poppins Light"/>
              </a:defRPr>
            </a:lvl8pPr>
            <a:lvl9pPr lvl="8" algn="r">
              <a:buNone/>
              <a:defRPr sz="1200">
                <a:solidFill>
                  <a:schemeClr val="dk1"/>
                </a:solidFill>
                <a:latin typeface="Poppins Light"/>
                <a:ea typeface="Poppins Light"/>
                <a:cs typeface="Poppins Light"/>
                <a:sym typeface="Poppins Light"/>
              </a:defRPr>
            </a:lvl9pPr>
          </a:lstStyle>
          <a:p>
            <a:pPr marL="0" lvl="0" indent="0" algn="r" rtl="0">
              <a:spcBef>
                <a:spcPts val="0"/>
              </a:spcBef>
              <a:spcAft>
                <a:spcPts val="0"/>
              </a:spcAft>
              <a:buNone/>
            </a:pPr>
            <a:fld id="{00000000-1234-1234-1234-123412341234}" type="slidenum">
              <a:rPr lang="en-US"/>
              <a:t>‹N°›</a:t>
            </a:fld>
            <a:endParaRPr/>
          </a:p>
        </p:txBody>
      </p:sp>
      <p:sp>
        <p:nvSpPr>
          <p:cNvPr id="36" name="Google Shape;36;p7"/>
          <p:cNvSpPr txBox="1">
            <a:spLocks noGrp="1"/>
          </p:cNvSpPr>
          <p:nvPr>
            <p:ph type="subTitle" idx="1"/>
          </p:nvPr>
        </p:nvSpPr>
        <p:spPr>
          <a:xfrm>
            <a:off x="12187250" y="345450"/>
            <a:ext cx="4929300" cy="284700"/>
          </a:xfrm>
          <a:prstGeom prst="rect">
            <a:avLst/>
          </a:prstGeom>
          <a:noFill/>
          <a:ln>
            <a:noFill/>
          </a:ln>
        </p:spPr>
        <p:txBody>
          <a:bodyPr spcFirstLastPara="1" wrap="square" lIns="0" tIns="0" rIns="0" bIns="0" anchor="ctr" anchorCtr="0">
            <a:noAutofit/>
          </a:bodyPr>
          <a:lstStyle>
            <a:lvl1pPr lvl="0" algn="r">
              <a:spcBef>
                <a:spcPts val="0"/>
              </a:spcBef>
              <a:spcAft>
                <a:spcPts val="0"/>
              </a:spcAft>
              <a:buClr>
                <a:schemeClr val="dk1"/>
              </a:buClr>
              <a:buSzPts val="1200"/>
              <a:buFont typeface="Poppins Light"/>
              <a:buNone/>
              <a:defRPr sz="1200">
                <a:solidFill>
                  <a:schemeClr val="dk1"/>
                </a:solidFill>
                <a:latin typeface="Poppins Light"/>
                <a:ea typeface="Poppins Light"/>
                <a:cs typeface="Poppins Light"/>
                <a:sym typeface="Poppins Light"/>
              </a:defRPr>
            </a:lvl1pPr>
            <a:lvl2pPr lvl="1">
              <a:spcBef>
                <a:spcPts val="0"/>
              </a:spcBef>
              <a:spcAft>
                <a:spcPts val="0"/>
              </a:spcAft>
              <a:buClr>
                <a:schemeClr val="dk1"/>
              </a:buClr>
              <a:buSzPts val="1200"/>
              <a:buFont typeface="Poppins Light"/>
              <a:buNone/>
              <a:defRPr sz="1200">
                <a:solidFill>
                  <a:schemeClr val="dk1"/>
                </a:solidFill>
                <a:latin typeface="Poppins Light"/>
                <a:ea typeface="Poppins Light"/>
                <a:cs typeface="Poppins Light"/>
                <a:sym typeface="Poppins Light"/>
              </a:defRPr>
            </a:lvl2pPr>
            <a:lvl3pPr lvl="2">
              <a:spcBef>
                <a:spcPts val="0"/>
              </a:spcBef>
              <a:spcAft>
                <a:spcPts val="0"/>
              </a:spcAft>
              <a:buClr>
                <a:schemeClr val="dk1"/>
              </a:buClr>
              <a:buSzPts val="1200"/>
              <a:buFont typeface="Poppins Light"/>
              <a:buNone/>
              <a:defRPr sz="1200">
                <a:solidFill>
                  <a:schemeClr val="dk1"/>
                </a:solidFill>
                <a:latin typeface="Poppins Light"/>
                <a:ea typeface="Poppins Light"/>
                <a:cs typeface="Poppins Light"/>
                <a:sym typeface="Poppins Light"/>
              </a:defRPr>
            </a:lvl3pPr>
            <a:lvl4pPr lvl="3">
              <a:spcBef>
                <a:spcPts val="0"/>
              </a:spcBef>
              <a:spcAft>
                <a:spcPts val="0"/>
              </a:spcAft>
              <a:buClr>
                <a:schemeClr val="dk1"/>
              </a:buClr>
              <a:buSzPts val="1200"/>
              <a:buFont typeface="Poppins Light"/>
              <a:buNone/>
              <a:defRPr sz="1200">
                <a:solidFill>
                  <a:schemeClr val="dk1"/>
                </a:solidFill>
                <a:latin typeface="Poppins Light"/>
                <a:ea typeface="Poppins Light"/>
                <a:cs typeface="Poppins Light"/>
                <a:sym typeface="Poppins Light"/>
              </a:defRPr>
            </a:lvl4pPr>
            <a:lvl5pPr lvl="4">
              <a:spcBef>
                <a:spcPts val="0"/>
              </a:spcBef>
              <a:spcAft>
                <a:spcPts val="0"/>
              </a:spcAft>
              <a:buClr>
                <a:schemeClr val="dk1"/>
              </a:buClr>
              <a:buSzPts val="1200"/>
              <a:buFont typeface="Poppins Light"/>
              <a:buNone/>
              <a:defRPr sz="1200">
                <a:solidFill>
                  <a:schemeClr val="dk1"/>
                </a:solidFill>
                <a:latin typeface="Poppins Light"/>
                <a:ea typeface="Poppins Light"/>
                <a:cs typeface="Poppins Light"/>
                <a:sym typeface="Poppins Light"/>
              </a:defRPr>
            </a:lvl5pPr>
            <a:lvl6pPr lvl="5">
              <a:spcBef>
                <a:spcPts val="0"/>
              </a:spcBef>
              <a:spcAft>
                <a:spcPts val="0"/>
              </a:spcAft>
              <a:buClr>
                <a:schemeClr val="dk1"/>
              </a:buClr>
              <a:buSzPts val="1200"/>
              <a:buFont typeface="Poppins Light"/>
              <a:buNone/>
              <a:defRPr sz="1200">
                <a:solidFill>
                  <a:schemeClr val="dk1"/>
                </a:solidFill>
                <a:latin typeface="Poppins Light"/>
                <a:ea typeface="Poppins Light"/>
                <a:cs typeface="Poppins Light"/>
                <a:sym typeface="Poppins Light"/>
              </a:defRPr>
            </a:lvl6pPr>
            <a:lvl7pPr lvl="6">
              <a:spcBef>
                <a:spcPts val="0"/>
              </a:spcBef>
              <a:spcAft>
                <a:spcPts val="0"/>
              </a:spcAft>
              <a:buClr>
                <a:schemeClr val="dk1"/>
              </a:buClr>
              <a:buSzPts val="1200"/>
              <a:buFont typeface="Poppins Light"/>
              <a:buNone/>
              <a:defRPr sz="1200">
                <a:solidFill>
                  <a:schemeClr val="dk1"/>
                </a:solidFill>
                <a:latin typeface="Poppins Light"/>
                <a:ea typeface="Poppins Light"/>
                <a:cs typeface="Poppins Light"/>
                <a:sym typeface="Poppins Light"/>
              </a:defRPr>
            </a:lvl7pPr>
            <a:lvl8pPr lvl="7">
              <a:spcBef>
                <a:spcPts val="0"/>
              </a:spcBef>
              <a:spcAft>
                <a:spcPts val="0"/>
              </a:spcAft>
              <a:buClr>
                <a:schemeClr val="dk1"/>
              </a:buClr>
              <a:buSzPts val="1200"/>
              <a:buFont typeface="Poppins Light"/>
              <a:buNone/>
              <a:defRPr sz="1200">
                <a:solidFill>
                  <a:schemeClr val="dk1"/>
                </a:solidFill>
                <a:latin typeface="Poppins Light"/>
                <a:ea typeface="Poppins Light"/>
                <a:cs typeface="Poppins Light"/>
                <a:sym typeface="Poppins Light"/>
              </a:defRPr>
            </a:lvl8pPr>
            <a:lvl9pPr lvl="8">
              <a:spcBef>
                <a:spcPts val="0"/>
              </a:spcBef>
              <a:spcAft>
                <a:spcPts val="0"/>
              </a:spcAft>
              <a:buClr>
                <a:schemeClr val="dk1"/>
              </a:buClr>
              <a:buSzPts val="1200"/>
              <a:buFont typeface="Poppins Light"/>
              <a:buNone/>
              <a:defRPr sz="1200">
                <a:solidFill>
                  <a:schemeClr val="dk1"/>
                </a:solidFill>
                <a:latin typeface="Poppins Light"/>
                <a:ea typeface="Poppins Light"/>
                <a:cs typeface="Poppins Light"/>
                <a:sym typeface="Poppins Light"/>
              </a:defRPr>
            </a:lvl9pPr>
          </a:lstStyle>
          <a:p>
            <a:endParaRPr/>
          </a:p>
        </p:txBody>
      </p:sp>
      <p:sp>
        <p:nvSpPr>
          <p:cNvPr id="37" name="Google Shape;37;p7"/>
          <p:cNvSpPr/>
          <p:nvPr/>
        </p:nvSpPr>
        <p:spPr>
          <a:xfrm>
            <a:off x="685792" y="345496"/>
            <a:ext cx="285800" cy="284620"/>
          </a:xfrm>
          <a:custGeom>
            <a:avLst/>
            <a:gdLst/>
            <a:ahLst/>
            <a:cxnLst/>
            <a:rect l="l" t="t" r="r" b="b"/>
            <a:pathLst>
              <a:path w="631602" h="628994" extrusionOk="0">
                <a:moveTo>
                  <a:pt x="307919" y="123061"/>
                </a:moveTo>
                <a:lnTo>
                  <a:pt x="323948" y="123061"/>
                </a:lnTo>
                <a:lnTo>
                  <a:pt x="324034" y="124369"/>
                </a:lnTo>
                <a:cubicBezTo>
                  <a:pt x="324738" y="134737"/>
                  <a:pt x="325213" y="145237"/>
                  <a:pt x="325698" y="155955"/>
                </a:cubicBezTo>
                <a:cubicBezTo>
                  <a:pt x="325917" y="161270"/>
                  <a:pt x="326174" y="166586"/>
                  <a:pt x="326440" y="171902"/>
                </a:cubicBezTo>
                <a:lnTo>
                  <a:pt x="327753" y="219435"/>
                </a:lnTo>
                <a:cubicBezTo>
                  <a:pt x="328581" y="248407"/>
                  <a:pt x="328714" y="277163"/>
                  <a:pt x="328714" y="301648"/>
                </a:cubicBezTo>
                <a:cubicBezTo>
                  <a:pt x="361866" y="301866"/>
                  <a:pt x="387379" y="302258"/>
                  <a:pt x="411265" y="302955"/>
                </a:cubicBezTo>
                <a:lnTo>
                  <a:pt x="459276" y="304262"/>
                </a:lnTo>
                <a:cubicBezTo>
                  <a:pt x="464651" y="304524"/>
                  <a:pt x="469978" y="304785"/>
                  <a:pt x="475305" y="305002"/>
                </a:cubicBezTo>
                <a:lnTo>
                  <a:pt x="475572" y="304915"/>
                </a:lnTo>
                <a:cubicBezTo>
                  <a:pt x="485703" y="305307"/>
                  <a:pt x="496490" y="305787"/>
                  <a:pt x="507287" y="306571"/>
                </a:cubicBezTo>
                <a:lnTo>
                  <a:pt x="508590" y="306658"/>
                </a:lnTo>
                <a:lnTo>
                  <a:pt x="508590" y="321515"/>
                </a:lnTo>
                <a:lnTo>
                  <a:pt x="507287" y="321602"/>
                </a:lnTo>
                <a:cubicBezTo>
                  <a:pt x="496842" y="322343"/>
                  <a:pt x="486321" y="322823"/>
                  <a:pt x="475572" y="323301"/>
                </a:cubicBezTo>
                <a:lnTo>
                  <a:pt x="474915" y="323301"/>
                </a:lnTo>
                <a:cubicBezTo>
                  <a:pt x="469807" y="323519"/>
                  <a:pt x="464689" y="323737"/>
                  <a:pt x="459581" y="323999"/>
                </a:cubicBezTo>
                <a:lnTo>
                  <a:pt x="411884" y="325480"/>
                </a:lnTo>
                <a:cubicBezTo>
                  <a:pt x="400744" y="325915"/>
                  <a:pt x="389386" y="326090"/>
                  <a:pt x="378247" y="326220"/>
                </a:cubicBezTo>
                <a:cubicBezTo>
                  <a:pt x="389776" y="331144"/>
                  <a:pt x="399650" y="335457"/>
                  <a:pt x="409002" y="339683"/>
                </a:cubicBezTo>
                <a:lnTo>
                  <a:pt x="452332" y="359071"/>
                </a:lnTo>
                <a:cubicBezTo>
                  <a:pt x="457136" y="361380"/>
                  <a:pt x="461940" y="363646"/>
                  <a:pt x="466744" y="365824"/>
                </a:cubicBezTo>
                <a:lnTo>
                  <a:pt x="468009" y="366434"/>
                </a:lnTo>
                <a:cubicBezTo>
                  <a:pt x="477056" y="370661"/>
                  <a:pt x="486407" y="375017"/>
                  <a:pt x="495491" y="379591"/>
                </a:cubicBezTo>
                <a:lnTo>
                  <a:pt x="496671" y="380201"/>
                </a:lnTo>
                <a:lnTo>
                  <a:pt x="490906" y="393838"/>
                </a:lnTo>
                <a:lnTo>
                  <a:pt x="489679" y="393447"/>
                </a:lnTo>
                <a:cubicBezTo>
                  <a:pt x="480461" y="390441"/>
                  <a:pt x="471681" y="387304"/>
                  <a:pt x="461198" y="383513"/>
                </a:cubicBezTo>
                <a:cubicBezTo>
                  <a:pt x="455738" y="381552"/>
                  <a:pt x="450192" y="379548"/>
                  <a:pt x="444646" y="377632"/>
                </a:cubicBezTo>
                <a:lnTo>
                  <a:pt x="400002" y="360857"/>
                </a:lnTo>
                <a:cubicBezTo>
                  <a:pt x="392050" y="357851"/>
                  <a:pt x="384145" y="354758"/>
                  <a:pt x="376240" y="351621"/>
                </a:cubicBezTo>
                <a:cubicBezTo>
                  <a:pt x="373662" y="350619"/>
                  <a:pt x="371084" y="349573"/>
                  <a:pt x="368506" y="348571"/>
                </a:cubicBezTo>
                <a:lnTo>
                  <a:pt x="370998" y="351142"/>
                </a:lnTo>
                <a:cubicBezTo>
                  <a:pt x="377372" y="357720"/>
                  <a:pt x="384801" y="365344"/>
                  <a:pt x="391879" y="372882"/>
                </a:cubicBezTo>
                <a:lnTo>
                  <a:pt x="424545" y="407562"/>
                </a:lnTo>
                <a:cubicBezTo>
                  <a:pt x="427608" y="410961"/>
                  <a:pt x="430662" y="414316"/>
                  <a:pt x="433725" y="417627"/>
                </a:cubicBezTo>
                <a:lnTo>
                  <a:pt x="434772" y="418803"/>
                </a:lnTo>
                <a:cubicBezTo>
                  <a:pt x="441887" y="426602"/>
                  <a:pt x="449269" y="434706"/>
                  <a:pt x="456394" y="442897"/>
                </a:cubicBezTo>
                <a:lnTo>
                  <a:pt x="457269" y="443899"/>
                </a:lnTo>
                <a:lnTo>
                  <a:pt x="446739" y="454355"/>
                </a:lnTo>
                <a:lnTo>
                  <a:pt x="445740" y="453527"/>
                </a:lnTo>
                <a:cubicBezTo>
                  <a:pt x="436864" y="445946"/>
                  <a:pt x="428179" y="438104"/>
                  <a:pt x="420835" y="431395"/>
                </a:cubicBezTo>
                <a:cubicBezTo>
                  <a:pt x="417297" y="428171"/>
                  <a:pt x="413758" y="424947"/>
                  <a:pt x="410219" y="421766"/>
                </a:cubicBezTo>
                <a:lnTo>
                  <a:pt x="375364" y="389220"/>
                </a:lnTo>
                <a:cubicBezTo>
                  <a:pt x="368116" y="382467"/>
                  <a:pt x="360819" y="375453"/>
                  <a:pt x="353780" y="368656"/>
                </a:cubicBezTo>
                <a:lnTo>
                  <a:pt x="351116" y="366086"/>
                </a:lnTo>
                <a:cubicBezTo>
                  <a:pt x="355007" y="375714"/>
                  <a:pt x="359022" y="385996"/>
                  <a:pt x="363302" y="397324"/>
                </a:cubicBezTo>
                <a:lnTo>
                  <a:pt x="380121" y="441721"/>
                </a:lnTo>
                <a:cubicBezTo>
                  <a:pt x="381652" y="446165"/>
                  <a:pt x="383222" y="450565"/>
                  <a:pt x="384801" y="454922"/>
                </a:cubicBezTo>
                <a:lnTo>
                  <a:pt x="386856" y="460716"/>
                </a:lnTo>
                <a:cubicBezTo>
                  <a:pt x="389862" y="469169"/>
                  <a:pt x="393011" y="477969"/>
                  <a:pt x="395941" y="486683"/>
                </a:cubicBezTo>
                <a:lnTo>
                  <a:pt x="396378" y="487946"/>
                </a:lnTo>
                <a:lnTo>
                  <a:pt x="382661" y="493698"/>
                </a:lnTo>
                <a:lnTo>
                  <a:pt x="382042" y="492521"/>
                </a:lnTo>
                <a:cubicBezTo>
                  <a:pt x="377419" y="483416"/>
                  <a:pt x="373043" y="474179"/>
                  <a:pt x="368239" y="463897"/>
                </a:cubicBezTo>
                <a:cubicBezTo>
                  <a:pt x="366013" y="459104"/>
                  <a:pt x="363740" y="454312"/>
                  <a:pt x="361476" y="449563"/>
                </a:cubicBezTo>
                <a:lnTo>
                  <a:pt x="341861" y="406256"/>
                </a:lnTo>
                <a:cubicBezTo>
                  <a:pt x="337447" y="396540"/>
                  <a:pt x="333299" y="386912"/>
                  <a:pt x="329237" y="377632"/>
                </a:cubicBezTo>
                <a:lnTo>
                  <a:pt x="328362" y="375584"/>
                </a:lnTo>
                <a:cubicBezTo>
                  <a:pt x="328181" y="386824"/>
                  <a:pt x="328010" y="398108"/>
                  <a:pt x="327620" y="409131"/>
                </a:cubicBezTo>
                <a:lnTo>
                  <a:pt x="326136" y="456621"/>
                </a:lnTo>
                <a:cubicBezTo>
                  <a:pt x="325870" y="461936"/>
                  <a:pt x="325613" y="467251"/>
                  <a:pt x="325394" y="472566"/>
                </a:cubicBezTo>
                <a:cubicBezTo>
                  <a:pt x="324956" y="483198"/>
                  <a:pt x="324519" y="493611"/>
                  <a:pt x="323729" y="504154"/>
                </a:cubicBezTo>
                <a:lnTo>
                  <a:pt x="323644" y="505461"/>
                </a:lnTo>
                <a:lnTo>
                  <a:pt x="308747" y="505461"/>
                </a:lnTo>
                <a:lnTo>
                  <a:pt x="308661" y="504154"/>
                </a:lnTo>
                <a:cubicBezTo>
                  <a:pt x="307957" y="493959"/>
                  <a:pt x="307481" y="483807"/>
                  <a:pt x="306996" y="472566"/>
                </a:cubicBezTo>
                <a:cubicBezTo>
                  <a:pt x="306778" y="467251"/>
                  <a:pt x="306521" y="461936"/>
                  <a:pt x="306254" y="456621"/>
                </a:cubicBezTo>
                <a:lnTo>
                  <a:pt x="304770" y="409088"/>
                </a:lnTo>
                <a:cubicBezTo>
                  <a:pt x="303810" y="381684"/>
                  <a:pt x="303638" y="353799"/>
                  <a:pt x="303458" y="326830"/>
                </a:cubicBezTo>
                <a:lnTo>
                  <a:pt x="290920" y="326830"/>
                </a:lnTo>
                <a:cubicBezTo>
                  <a:pt x="267947" y="326700"/>
                  <a:pt x="244231" y="326613"/>
                  <a:pt x="220944" y="325915"/>
                </a:cubicBezTo>
                <a:lnTo>
                  <a:pt x="173247" y="324609"/>
                </a:lnTo>
                <a:cubicBezTo>
                  <a:pt x="167873" y="324347"/>
                  <a:pt x="162545" y="324086"/>
                  <a:pt x="157209" y="323868"/>
                </a:cubicBezTo>
                <a:cubicBezTo>
                  <a:pt x="147030" y="323432"/>
                  <a:pt x="136157" y="322996"/>
                  <a:pt x="125503" y="322212"/>
                </a:cubicBezTo>
                <a:lnTo>
                  <a:pt x="124190" y="322125"/>
                </a:lnTo>
                <a:lnTo>
                  <a:pt x="124190" y="306092"/>
                </a:lnTo>
                <a:lnTo>
                  <a:pt x="125503" y="306005"/>
                </a:lnTo>
                <a:cubicBezTo>
                  <a:pt x="135853" y="305307"/>
                  <a:pt x="145984" y="304829"/>
                  <a:pt x="157209" y="304349"/>
                </a:cubicBezTo>
                <a:cubicBezTo>
                  <a:pt x="162545" y="304131"/>
                  <a:pt x="167873" y="303870"/>
                  <a:pt x="173200" y="303609"/>
                </a:cubicBezTo>
                <a:lnTo>
                  <a:pt x="220944" y="302301"/>
                </a:lnTo>
                <a:cubicBezTo>
                  <a:pt x="231779" y="302040"/>
                  <a:pt x="242738" y="301866"/>
                  <a:pt x="253620" y="301735"/>
                </a:cubicBezTo>
                <a:lnTo>
                  <a:pt x="249206" y="299862"/>
                </a:lnTo>
                <a:cubicBezTo>
                  <a:pt x="241035" y="296376"/>
                  <a:pt x="232350" y="292673"/>
                  <a:pt x="223655" y="288752"/>
                </a:cubicBezTo>
                <a:lnTo>
                  <a:pt x="175559" y="267273"/>
                </a:lnTo>
                <a:cubicBezTo>
                  <a:pt x="171754" y="265530"/>
                  <a:pt x="167958" y="263744"/>
                  <a:pt x="164153" y="262001"/>
                </a:cubicBezTo>
                <a:lnTo>
                  <a:pt x="162764" y="261348"/>
                </a:lnTo>
                <a:cubicBezTo>
                  <a:pt x="154241" y="257426"/>
                  <a:pt x="145422" y="253374"/>
                  <a:pt x="136899" y="249060"/>
                </a:cubicBezTo>
                <a:lnTo>
                  <a:pt x="135719" y="248451"/>
                </a:lnTo>
                <a:lnTo>
                  <a:pt x="141969" y="233638"/>
                </a:lnTo>
                <a:lnTo>
                  <a:pt x="143234" y="234073"/>
                </a:lnTo>
                <a:cubicBezTo>
                  <a:pt x="153889" y="237646"/>
                  <a:pt x="164638" y="241524"/>
                  <a:pt x="175036" y="245270"/>
                </a:cubicBezTo>
                <a:lnTo>
                  <a:pt x="188182" y="250020"/>
                </a:lnTo>
                <a:lnTo>
                  <a:pt x="232873" y="266836"/>
                </a:lnTo>
                <a:cubicBezTo>
                  <a:pt x="242091" y="270410"/>
                  <a:pt x="251261" y="274069"/>
                  <a:pt x="260431" y="277729"/>
                </a:cubicBezTo>
                <a:lnTo>
                  <a:pt x="262971" y="278731"/>
                </a:lnTo>
                <a:cubicBezTo>
                  <a:pt x="256331" y="272109"/>
                  <a:pt x="249206" y="264745"/>
                  <a:pt x="240474" y="255596"/>
                </a:cubicBezTo>
                <a:lnTo>
                  <a:pt x="207626" y="221090"/>
                </a:lnTo>
                <a:cubicBezTo>
                  <a:pt x="203165" y="216123"/>
                  <a:pt x="198713" y="211244"/>
                  <a:pt x="194251" y="206407"/>
                </a:cubicBezTo>
                <a:cubicBezTo>
                  <a:pt x="187526" y="199088"/>
                  <a:pt x="181457" y="192509"/>
                  <a:pt x="175559" y="185712"/>
                </a:cubicBezTo>
                <a:lnTo>
                  <a:pt x="174684" y="184711"/>
                </a:lnTo>
                <a:lnTo>
                  <a:pt x="186042" y="173426"/>
                </a:lnTo>
                <a:lnTo>
                  <a:pt x="187050" y="174298"/>
                </a:lnTo>
                <a:cubicBezTo>
                  <a:pt x="194736" y="180920"/>
                  <a:pt x="201985" y="187499"/>
                  <a:pt x="210680" y="195428"/>
                </a:cubicBezTo>
                <a:cubicBezTo>
                  <a:pt x="214609" y="199045"/>
                  <a:pt x="218547" y="202617"/>
                  <a:pt x="222514" y="206189"/>
                </a:cubicBezTo>
                <a:lnTo>
                  <a:pt x="257159" y="238910"/>
                </a:lnTo>
                <a:cubicBezTo>
                  <a:pt x="261525" y="243179"/>
                  <a:pt x="265939" y="247449"/>
                  <a:pt x="270306" y="251675"/>
                </a:cubicBezTo>
                <a:cubicBezTo>
                  <a:pt x="273711" y="254943"/>
                  <a:pt x="277117" y="258254"/>
                  <a:pt x="280484" y="261521"/>
                </a:cubicBezTo>
                <a:cubicBezTo>
                  <a:pt x="275937" y="250368"/>
                  <a:pt x="272094" y="240653"/>
                  <a:pt x="268470" y="231372"/>
                </a:cubicBezTo>
                <a:lnTo>
                  <a:pt x="251480" y="186976"/>
                </a:lnTo>
                <a:cubicBezTo>
                  <a:pt x="249910" y="182619"/>
                  <a:pt x="248331" y="178306"/>
                  <a:pt x="246762" y="174036"/>
                </a:cubicBezTo>
                <a:lnTo>
                  <a:pt x="246590" y="173513"/>
                </a:lnTo>
                <a:cubicBezTo>
                  <a:pt x="242871" y="163275"/>
                  <a:pt x="238990" y="152688"/>
                  <a:pt x="235451" y="142188"/>
                </a:cubicBezTo>
                <a:lnTo>
                  <a:pt x="235013" y="140924"/>
                </a:lnTo>
                <a:lnTo>
                  <a:pt x="249910" y="134694"/>
                </a:lnTo>
                <a:lnTo>
                  <a:pt x="250472" y="135914"/>
                </a:lnTo>
                <a:cubicBezTo>
                  <a:pt x="255104" y="145455"/>
                  <a:pt x="259651" y="155040"/>
                  <a:pt x="263057" y="162360"/>
                </a:cubicBezTo>
                <a:lnTo>
                  <a:pt x="265939" y="168503"/>
                </a:lnTo>
                <a:cubicBezTo>
                  <a:pt x="267595" y="171945"/>
                  <a:pt x="269212" y="175430"/>
                  <a:pt x="270876" y="178873"/>
                </a:cubicBezTo>
                <a:lnTo>
                  <a:pt x="290311" y="222179"/>
                </a:lnTo>
                <a:cubicBezTo>
                  <a:pt x="294202" y="230719"/>
                  <a:pt x="297874" y="239302"/>
                  <a:pt x="301450" y="247624"/>
                </a:cubicBezTo>
                <a:lnTo>
                  <a:pt x="303372" y="252024"/>
                </a:lnTo>
                <a:cubicBezTo>
                  <a:pt x="303505" y="241175"/>
                  <a:pt x="303676" y="230283"/>
                  <a:pt x="303943" y="219478"/>
                </a:cubicBezTo>
                <a:lnTo>
                  <a:pt x="305427" y="171902"/>
                </a:lnTo>
                <a:cubicBezTo>
                  <a:pt x="305693" y="166586"/>
                  <a:pt x="305950" y="161270"/>
                  <a:pt x="306169" y="155955"/>
                </a:cubicBezTo>
                <a:cubicBezTo>
                  <a:pt x="306559" y="145847"/>
                  <a:pt x="307044" y="135042"/>
                  <a:pt x="307833" y="124369"/>
                </a:cubicBezTo>
                <a:close/>
                <a:moveTo>
                  <a:pt x="315776" y="36638"/>
                </a:moveTo>
                <a:cubicBezTo>
                  <a:pt x="241301" y="36725"/>
                  <a:pt x="171240" y="65654"/>
                  <a:pt x="118558" y="118110"/>
                </a:cubicBezTo>
                <a:cubicBezTo>
                  <a:pt x="65877" y="170567"/>
                  <a:pt x="36824" y="240320"/>
                  <a:pt x="36736" y="314517"/>
                </a:cubicBezTo>
                <a:cubicBezTo>
                  <a:pt x="36736" y="369675"/>
                  <a:pt x="53035" y="423090"/>
                  <a:pt x="83780" y="468923"/>
                </a:cubicBezTo>
                <a:cubicBezTo>
                  <a:pt x="114534" y="514758"/>
                  <a:pt x="157865" y="550179"/>
                  <a:pt x="209024" y="571266"/>
                </a:cubicBezTo>
                <a:cubicBezTo>
                  <a:pt x="260174" y="592353"/>
                  <a:pt x="315910" y="597843"/>
                  <a:pt x="370256" y="587081"/>
                </a:cubicBezTo>
                <a:cubicBezTo>
                  <a:pt x="424555" y="576320"/>
                  <a:pt x="473954" y="550005"/>
                  <a:pt x="513137" y="511011"/>
                </a:cubicBezTo>
                <a:cubicBezTo>
                  <a:pt x="552282" y="472017"/>
                  <a:pt x="578709" y="422785"/>
                  <a:pt x="589496" y="368716"/>
                </a:cubicBezTo>
                <a:cubicBezTo>
                  <a:pt x="600284" y="314648"/>
                  <a:pt x="594785" y="259098"/>
                  <a:pt x="573591" y="208166"/>
                </a:cubicBezTo>
                <a:cubicBezTo>
                  <a:pt x="552406" y="157235"/>
                  <a:pt x="516847" y="114103"/>
                  <a:pt x="470806" y="83474"/>
                </a:cubicBezTo>
                <a:cubicBezTo>
                  <a:pt x="424773" y="52845"/>
                  <a:pt x="371169" y="36638"/>
                  <a:pt x="315776" y="36638"/>
                </a:cubicBezTo>
                <a:close/>
                <a:moveTo>
                  <a:pt x="284825" y="1500"/>
                </a:moveTo>
                <a:cubicBezTo>
                  <a:pt x="315518" y="-1507"/>
                  <a:pt x="346665" y="-4"/>
                  <a:pt x="377419" y="6096"/>
                </a:cubicBezTo>
                <a:cubicBezTo>
                  <a:pt x="438881" y="18252"/>
                  <a:pt x="494787" y="48009"/>
                  <a:pt x="539088" y="92144"/>
                </a:cubicBezTo>
                <a:lnTo>
                  <a:pt x="539040" y="92187"/>
                </a:lnTo>
                <a:cubicBezTo>
                  <a:pt x="583379" y="136322"/>
                  <a:pt x="613259" y="192003"/>
                  <a:pt x="625492" y="253216"/>
                </a:cubicBezTo>
                <a:cubicBezTo>
                  <a:pt x="637726" y="314430"/>
                  <a:pt x="631514" y="377256"/>
                  <a:pt x="607532" y="434897"/>
                </a:cubicBezTo>
                <a:cubicBezTo>
                  <a:pt x="583551" y="492537"/>
                  <a:pt x="543321" y="541334"/>
                  <a:pt x="491210" y="576015"/>
                </a:cubicBezTo>
                <a:cubicBezTo>
                  <a:pt x="439100" y="610652"/>
                  <a:pt x="378465" y="628994"/>
                  <a:pt x="315776" y="628994"/>
                </a:cubicBezTo>
                <a:cubicBezTo>
                  <a:pt x="231474" y="628863"/>
                  <a:pt x="152233" y="596143"/>
                  <a:pt x="92607" y="536760"/>
                </a:cubicBezTo>
                <a:cubicBezTo>
                  <a:pt x="32980" y="477419"/>
                  <a:pt x="88" y="398474"/>
                  <a:pt x="0" y="314517"/>
                </a:cubicBezTo>
                <a:cubicBezTo>
                  <a:pt x="0" y="252083"/>
                  <a:pt x="18390" y="191698"/>
                  <a:pt x="53253" y="139765"/>
                </a:cubicBezTo>
                <a:cubicBezTo>
                  <a:pt x="88060" y="87874"/>
                  <a:pt x="137080" y="47835"/>
                  <a:pt x="194955" y="23959"/>
                </a:cubicBezTo>
                <a:cubicBezTo>
                  <a:pt x="223893" y="12021"/>
                  <a:pt x="254132" y="4506"/>
                  <a:pt x="284825" y="1500"/>
                </a:cubicBezTo>
                <a:close/>
              </a:path>
            </a:pathLst>
          </a:custGeom>
          <a:solidFill>
            <a:schemeClr val="dk1"/>
          </a:solidFill>
          <a:ln>
            <a:noFill/>
          </a:ln>
        </p:spPr>
        <p:txBody>
          <a:bodyPr spcFirstLastPara="1" wrap="square" lIns="141675" tIns="70825" rIns="141675" bIns="70825" anchor="ctr" anchorCtr="0">
            <a:noAutofit/>
          </a:bodyPr>
          <a:lstStyle/>
          <a:p>
            <a:pPr marL="0" marR="0" lvl="0" indent="0" algn="l" rtl="0">
              <a:lnSpc>
                <a:spcPct val="100000"/>
              </a:lnSpc>
              <a:spcBef>
                <a:spcPts val="0"/>
              </a:spcBef>
              <a:spcAft>
                <a:spcPts val="0"/>
              </a:spcAft>
              <a:buNone/>
            </a:pPr>
            <a:endParaRPr sz="217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tatement and photo with spark cutout - Light">
  <p:cSld name="TITLE_ONLY_2_1_1">
    <p:bg>
      <p:bgPr>
        <a:solidFill>
          <a:schemeClr val="lt2"/>
        </a:solidFill>
        <a:effectLst/>
      </p:bgPr>
    </p:bg>
    <p:spTree>
      <p:nvGrpSpPr>
        <p:cNvPr id="1" name="Shape 38"/>
        <p:cNvGrpSpPr/>
        <p:nvPr/>
      </p:nvGrpSpPr>
      <p:grpSpPr>
        <a:xfrm>
          <a:off x="0" y="0"/>
          <a:ext cx="0" cy="0"/>
          <a:chOff x="0" y="0"/>
          <a:chExt cx="0" cy="0"/>
        </a:xfrm>
      </p:grpSpPr>
      <p:sp>
        <p:nvSpPr>
          <p:cNvPr id="39" name="Google Shape;39;p8"/>
          <p:cNvSpPr>
            <a:spLocks noGrp="1"/>
          </p:cNvSpPr>
          <p:nvPr>
            <p:ph type="pic" idx="2"/>
          </p:nvPr>
        </p:nvSpPr>
        <p:spPr>
          <a:xfrm>
            <a:off x="5721900" y="0"/>
            <a:ext cx="12566100" cy="10287000"/>
          </a:xfrm>
          <a:prstGeom prst="rect">
            <a:avLst/>
          </a:prstGeom>
          <a:noFill/>
          <a:ln>
            <a:noFill/>
          </a:ln>
        </p:spPr>
      </p:sp>
      <p:grpSp>
        <p:nvGrpSpPr>
          <p:cNvPr id="40" name="Google Shape;40;p8"/>
          <p:cNvGrpSpPr/>
          <p:nvPr/>
        </p:nvGrpSpPr>
        <p:grpSpPr>
          <a:xfrm>
            <a:off x="-1" y="0"/>
            <a:ext cx="11930812" cy="10287000"/>
            <a:chOff x="1" y="0"/>
            <a:chExt cx="5965406" cy="5143500"/>
          </a:xfrm>
        </p:grpSpPr>
        <p:sp>
          <p:nvSpPr>
            <p:cNvPr id="41" name="Google Shape;41;p8"/>
            <p:cNvSpPr/>
            <p:nvPr/>
          </p:nvSpPr>
          <p:spPr>
            <a:xfrm>
              <a:off x="1" y="0"/>
              <a:ext cx="5749837" cy="5143500"/>
            </a:xfrm>
            <a:custGeom>
              <a:avLst/>
              <a:gdLst/>
              <a:ahLst/>
              <a:cxnLst/>
              <a:rect l="l" t="t" r="r" b="b"/>
              <a:pathLst>
                <a:path w="5749837" h="5143500" extrusionOk="0">
                  <a:moveTo>
                    <a:pt x="0" y="0"/>
                  </a:moveTo>
                  <a:lnTo>
                    <a:pt x="3238049" y="0"/>
                  </a:lnTo>
                  <a:lnTo>
                    <a:pt x="3436215" y="209792"/>
                  </a:lnTo>
                  <a:cubicBezTo>
                    <a:pt x="4194799" y="1009825"/>
                    <a:pt x="4971420" y="1793656"/>
                    <a:pt x="5749837" y="2575651"/>
                  </a:cubicBezTo>
                  <a:cubicBezTo>
                    <a:pt x="4966722" y="3367652"/>
                    <a:pt x="4184479" y="4162361"/>
                    <a:pt x="3420999" y="4974008"/>
                  </a:cubicBezTo>
                  <a:lnTo>
                    <a:pt x="3262201" y="5143500"/>
                  </a:lnTo>
                  <a:lnTo>
                    <a:pt x="0" y="514350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2" name="Google Shape;42;p8"/>
            <p:cNvSpPr/>
            <p:nvPr/>
          </p:nvSpPr>
          <p:spPr>
            <a:xfrm>
              <a:off x="4422717" y="0"/>
              <a:ext cx="720488" cy="698854"/>
            </a:xfrm>
            <a:custGeom>
              <a:avLst/>
              <a:gdLst/>
              <a:ahLst/>
              <a:cxnLst/>
              <a:rect l="l" t="t" r="r" b="b"/>
              <a:pathLst>
                <a:path w="720488" h="698854" extrusionOk="0">
                  <a:moveTo>
                    <a:pt x="0" y="0"/>
                  </a:moveTo>
                  <a:lnTo>
                    <a:pt x="444637" y="0"/>
                  </a:lnTo>
                  <a:lnTo>
                    <a:pt x="720488" y="698854"/>
                  </a:lnTo>
                  <a:cubicBezTo>
                    <a:pt x="535228" y="518101"/>
                    <a:pt x="349967" y="337359"/>
                    <a:pt x="164030" y="157294"/>
                  </a:cubicBez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3" name="Google Shape;43;p8"/>
            <p:cNvSpPr/>
            <p:nvPr/>
          </p:nvSpPr>
          <p:spPr>
            <a:xfrm>
              <a:off x="5806824" y="0"/>
              <a:ext cx="158583" cy="358048"/>
            </a:xfrm>
            <a:custGeom>
              <a:avLst/>
              <a:gdLst/>
              <a:ahLst/>
              <a:cxnLst/>
              <a:rect l="l" t="t" r="r" b="b"/>
              <a:pathLst>
                <a:path w="158583" h="358048" extrusionOk="0">
                  <a:moveTo>
                    <a:pt x="0" y="0"/>
                  </a:moveTo>
                  <a:lnTo>
                    <a:pt x="158583" y="0"/>
                  </a:lnTo>
                  <a:lnTo>
                    <a:pt x="152121" y="358048"/>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4" name="Google Shape;44;p8"/>
            <p:cNvSpPr/>
            <p:nvPr/>
          </p:nvSpPr>
          <p:spPr>
            <a:xfrm>
              <a:off x="4403343" y="4425596"/>
              <a:ext cx="744469" cy="717904"/>
            </a:xfrm>
            <a:custGeom>
              <a:avLst/>
              <a:gdLst/>
              <a:ahLst/>
              <a:cxnLst/>
              <a:rect l="l" t="t" r="r" b="b"/>
              <a:pathLst>
                <a:path w="744469" h="717904" extrusionOk="0">
                  <a:moveTo>
                    <a:pt x="744469" y="0"/>
                  </a:moveTo>
                  <a:lnTo>
                    <a:pt x="457263" y="717904"/>
                  </a:lnTo>
                  <a:lnTo>
                    <a:pt x="0" y="717904"/>
                  </a:lnTo>
                  <a:lnTo>
                    <a:pt x="166847" y="559060"/>
                  </a:lnTo>
                  <a:cubicBezTo>
                    <a:pt x="359983" y="373304"/>
                    <a:pt x="552337" y="186767"/>
                    <a:pt x="744469"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5" name="Google Shape;45;p8"/>
            <p:cNvSpPr/>
            <p:nvPr/>
          </p:nvSpPr>
          <p:spPr>
            <a:xfrm>
              <a:off x="5775102" y="4751623"/>
              <a:ext cx="175695" cy="391877"/>
            </a:xfrm>
            <a:custGeom>
              <a:avLst/>
              <a:gdLst/>
              <a:ahLst/>
              <a:cxnLst/>
              <a:rect l="l" t="t" r="r" b="b"/>
              <a:pathLst>
                <a:path w="175695" h="391877" extrusionOk="0">
                  <a:moveTo>
                    <a:pt x="171500" y="0"/>
                  </a:moveTo>
                  <a:lnTo>
                    <a:pt x="175695" y="391877"/>
                  </a:lnTo>
                  <a:lnTo>
                    <a:pt x="0" y="391877"/>
                  </a:lnTo>
                  <a:lnTo>
                    <a:pt x="17150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46" name="Google Shape;46;p8"/>
          <p:cNvSpPr txBox="1">
            <a:spLocks noGrp="1"/>
          </p:cNvSpPr>
          <p:nvPr>
            <p:ph type="title"/>
          </p:nvPr>
        </p:nvSpPr>
        <p:spPr>
          <a:xfrm>
            <a:off x="693477" y="3625050"/>
            <a:ext cx="7168500" cy="3036900"/>
          </a:xfrm>
          <a:prstGeom prst="rect">
            <a:avLst/>
          </a:prstGeom>
          <a:noFill/>
          <a:ln>
            <a:noFill/>
          </a:ln>
        </p:spPr>
        <p:txBody>
          <a:bodyPr spcFirstLastPara="1" wrap="square" lIns="0" tIns="91400" rIns="182850" bIns="91400" anchor="ctr" anchorCtr="0">
            <a:noAutofit/>
          </a:bodyPr>
          <a:lstStyle>
            <a:lvl1pPr lvl="0" algn="l">
              <a:lnSpc>
                <a:spcPct val="100000"/>
              </a:lnSpc>
              <a:spcBef>
                <a:spcPts val="0"/>
              </a:spcBef>
              <a:spcAft>
                <a:spcPts val="0"/>
              </a:spcAft>
              <a:buSzPts val="4600"/>
              <a:buFont typeface="Poppins Light"/>
              <a:buNone/>
              <a:defRPr sz="5000">
                <a:latin typeface="Poppins Light"/>
                <a:ea typeface="Poppins Light"/>
                <a:cs typeface="Poppins Light"/>
                <a:sym typeface="Poppins Light"/>
              </a:defRPr>
            </a:lvl1pPr>
            <a:lvl2pPr lvl="1">
              <a:spcBef>
                <a:spcPts val="0"/>
              </a:spcBef>
              <a:spcAft>
                <a:spcPts val="0"/>
              </a:spcAft>
              <a:buSzPts val="5000"/>
              <a:buFont typeface="Poppins Light"/>
              <a:buNone/>
              <a:defRPr sz="5000">
                <a:latin typeface="Poppins Light"/>
                <a:ea typeface="Poppins Light"/>
                <a:cs typeface="Poppins Light"/>
                <a:sym typeface="Poppins Light"/>
              </a:defRPr>
            </a:lvl2pPr>
            <a:lvl3pPr lvl="2">
              <a:spcBef>
                <a:spcPts val="0"/>
              </a:spcBef>
              <a:spcAft>
                <a:spcPts val="0"/>
              </a:spcAft>
              <a:buSzPts val="5000"/>
              <a:buFont typeface="Poppins Light"/>
              <a:buNone/>
              <a:defRPr sz="5000">
                <a:latin typeface="Poppins Light"/>
                <a:ea typeface="Poppins Light"/>
                <a:cs typeface="Poppins Light"/>
                <a:sym typeface="Poppins Light"/>
              </a:defRPr>
            </a:lvl3pPr>
            <a:lvl4pPr lvl="3">
              <a:spcBef>
                <a:spcPts val="0"/>
              </a:spcBef>
              <a:spcAft>
                <a:spcPts val="0"/>
              </a:spcAft>
              <a:buSzPts val="5000"/>
              <a:buFont typeface="Poppins Light"/>
              <a:buNone/>
              <a:defRPr sz="5000">
                <a:latin typeface="Poppins Light"/>
                <a:ea typeface="Poppins Light"/>
                <a:cs typeface="Poppins Light"/>
                <a:sym typeface="Poppins Light"/>
              </a:defRPr>
            </a:lvl4pPr>
            <a:lvl5pPr lvl="4">
              <a:spcBef>
                <a:spcPts val="0"/>
              </a:spcBef>
              <a:spcAft>
                <a:spcPts val="0"/>
              </a:spcAft>
              <a:buSzPts val="5000"/>
              <a:buFont typeface="Poppins Light"/>
              <a:buNone/>
              <a:defRPr sz="5000">
                <a:latin typeface="Poppins Light"/>
                <a:ea typeface="Poppins Light"/>
                <a:cs typeface="Poppins Light"/>
                <a:sym typeface="Poppins Light"/>
              </a:defRPr>
            </a:lvl5pPr>
            <a:lvl6pPr lvl="5">
              <a:spcBef>
                <a:spcPts val="0"/>
              </a:spcBef>
              <a:spcAft>
                <a:spcPts val="0"/>
              </a:spcAft>
              <a:buSzPts val="5000"/>
              <a:buFont typeface="Poppins Light"/>
              <a:buNone/>
              <a:defRPr sz="5000">
                <a:latin typeface="Poppins Light"/>
                <a:ea typeface="Poppins Light"/>
                <a:cs typeface="Poppins Light"/>
                <a:sym typeface="Poppins Light"/>
              </a:defRPr>
            </a:lvl6pPr>
            <a:lvl7pPr lvl="6">
              <a:spcBef>
                <a:spcPts val="0"/>
              </a:spcBef>
              <a:spcAft>
                <a:spcPts val="0"/>
              </a:spcAft>
              <a:buSzPts val="5000"/>
              <a:buFont typeface="Poppins Light"/>
              <a:buNone/>
              <a:defRPr sz="5000">
                <a:latin typeface="Poppins Light"/>
                <a:ea typeface="Poppins Light"/>
                <a:cs typeface="Poppins Light"/>
                <a:sym typeface="Poppins Light"/>
              </a:defRPr>
            </a:lvl7pPr>
            <a:lvl8pPr lvl="7">
              <a:spcBef>
                <a:spcPts val="0"/>
              </a:spcBef>
              <a:spcAft>
                <a:spcPts val="0"/>
              </a:spcAft>
              <a:buSzPts val="5000"/>
              <a:buFont typeface="Poppins Light"/>
              <a:buNone/>
              <a:defRPr sz="5000">
                <a:latin typeface="Poppins Light"/>
                <a:ea typeface="Poppins Light"/>
                <a:cs typeface="Poppins Light"/>
                <a:sym typeface="Poppins Light"/>
              </a:defRPr>
            </a:lvl8pPr>
            <a:lvl9pPr lvl="8">
              <a:spcBef>
                <a:spcPts val="0"/>
              </a:spcBef>
              <a:spcAft>
                <a:spcPts val="0"/>
              </a:spcAft>
              <a:buSzPts val="5000"/>
              <a:buFont typeface="Poppins Light"/>
              <a:buNone/>
              <a:defRPr sz="5000">
                <a:latin typeface="Poppins Light"/>
                <a:ea typeface="Poppins Light"/>
                <a:cs typeface="Poppins Light"/>
                <a:sym typeface="Poppins Light"/>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tatement and photo with spark cutout - Dark">
  <p:cSld name="TITLE_ONLY_2_1_1_3">
    <p:bg>
      <p:bgPr>
        <a:solidFill>
          <a:schemeClr val="dk1"/>
        </a:solidFill>
        <a:effectLst/>
      </p:bgPr>
    </p:bg>
    <p:spTree>
      <p:nvGrpSpPr>
        <p:cNvPr id="1" name="Shape 47"/>
        <p:cNvGrpSpPr/>
        <p:nvPr/>
      </p:nvGrpSpPr>
      <p:grpSpPr>
        <a:xfrm>
          <a:off x="0" y="0"/>
          <a:ext cx="0" cy="0"/>
          <a:chOff x="0" y="0"/>
          <a:chExt cx="0" cy="0"/>
        </a:xfrm>
      </p:grpSpPr>
      <p:sp>
        <p:nvSpPr>
          <p:cNvPr id="48" name="Google Shape;48;p9"/>
          <p:cNvSpPr>
            <a:spLocks noGrp="1"/>
          </p:cNvSpPr>
          <p:nvPr>
            <p:ph type="pic" idx="2"/>
          </p:nvPr>
        </p:nvSpPr>
        <p:spPr>
          <a:xfrm>
            <a:off x="5721900" y="0"/>
            <a:ext cx="12566100" cy="10287000"/>
          </a:xfrm>
          <a:prstGeom prst="rect">
            <a:avLst/>
          </a:prstGeom>
          <a:noFill/>
          <a:ln>
            <a:noFill/>
          </a:ln>
        </p:spPr>
      </p:sp>
      <p:grpSp>
        <p:nvGrpSpPr>
          <p:cNvPr id="49" name="Google Shape;49;p9"/>
          <p:cNvGrpSpPr/>
          <p:nvPr/>
        </p:nvGrpSpPr>
        <p:grpSpPr>
          <a:xfrm>
            <a:off x="-1" y="0"/>
            <a:ext cx="11930812" cy="10287000"/>
            <a:chOff x="1" y="0"/>
            <a:chExt cx="5965406" cy="5143500"/>
          </a:xfrm>
        </p:grpSpPr>
        <p:sp>
          <p:nvSpPr>
            <p:cNvPr id="50" name="Google Shape;50;p9"/>
            <p:cNvSpPr/>
            <p:nvPr/>
          </p:nvSpPr>
          <p:spPr>
            <a:xfrm>
              <a:off x="1" y="0"/>
              <a:ext cx="5749837" cy="5143500"/>
            </a:xfrm>
            <a:custGeom>
              <a:avLst/>
              <a:gdLst/>
              <a:ahLst/>
              <a:cxnLst/>
              <a:rect l="l" t="t" r="r" b="b"/>
              <a:pathLst>
                <a:path w="5749837" h="5143500" extrusionOk="0">
                  <a:moveTo>
                    <a:pt x="0" y="0"/>
                  </a:moveTo>
                  <a:lnTo>
                    <a:pt x="3238049" y="0"/>
                  </a:lnTo>
                  <a:lnTo>
                    <a:pt x="3436215" y="209792"/>
                  </a:lnTo>
                  <a:cubicBezTo>
                    <a:pt x="4194799" y="1009825"/>
                    <a:pt x="4971420" y="1793656"/>
                    <a:pt x="5749837" y="2575651"/>
                  </a:cubicBezTo>
                  <a:cubicBezTo>
                    <a:pt x="4966722" y="3367652"/>
                    <a:pt x="4184479" y="4162361"/>
                    <a:pt x="3420999" y="4974008"/>
                  </a:cubicBezTo>
                  <a:lnTo>
                    <a:pt x="3262201" y="5143500"/>
                  </a:lnTo>
                  <a:lnTo>
                    <a:pt x="0" y="5143500"/>
                  </a:ln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1" name="Google Shape;51;p9"/>
            <p:cNvSpPr/>
            <p:nvPr/>
          </p:nvSpPr>
          <p:spPr>
            <a:xfrm>
              <a:off x="4422717" y="0"/>
              <a:ext cx="720488" cy="698854"/>
            </a:xfrm>
            <a:custGeom>
              <a:avLst/>
              <a:gdLst/>
              <a:ahLst/>
              <a:cxnLst/>
              <a:rect l="l" t="t" r="r" b="b"/>
              <a:pathLst>
                <a:path w="720488" h="698854" extrusionOk="0">
                  <a:moveTo>
                    <a:pt x="0" y="0"/>
                  </a:moveTo>
                  <a:lnTo>
                    <a:pt x="444637" y="0"/>
                  </a:lnTo>
                  <a:lnTo>
                    <a:pt x="720488" y="698854"/>
                  </a:lnTo>
                  <a:cubicBezTo>
                    <a:pt x="535228" y="518101"/>
                    <a:pt x="349967" y="337359"/>
                    <a:pt x="164030" y="157294"/>
                  </a:cubicBez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 name="Google Shape;52;p9"/>
            <p:cNvSpPr/>
            <p:nvPr/>
          </p:nvSpPr>
          <p:spPr>
            <a:xfrm>
              <a:off x="5806824" y="0"/>
              <a:ext cx="158583" cy="358048"/>
            </a:xfrm>
            <a:custGeom>
              <a:avLst/>
              <a:gdLst/>
              <a:ahLst/>
              <a:cxnLst/>
              <a:rect l="l" t="t" r="r" b="b"/>
              <a:pathLst>
                <a:path w="158583" h="358048" extrusionOk="0">
                  <a:moveTo>
                    <a:pt x="0" y="0"/>
                  </a:moveTo>
                  <a:lnTo>
                    <a:pt x="158583" y="0"/>
                  </a:lnTo>
                  <a:lnTo>
                    <a:pt x="152121" y="358048"/>
                  </a:ln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 name="Google Shape;53;p9"/>
            <p:cNvSpPr/>
            <p:nvPr/>
          </p:nvSpPr>
          <p:spPr>
            <a:xfrm>
              <a:off x="4403343" y="4425596"/>
              <a:ext cx="744469" cy="717904"/>
            </a:xfrm>
            <a:custGeom>
              <a:avLst/>
              <a:gdLst/>
              <a:ahLst/>
              <a:cxnLst/>
              <a:rect l="l" t="t" r="r" b="b"/>
              <a:pathLst>
                <a:path w="744469" h="717904" extrusionOk="0">
                  <a:moveTo>
                    <a:pt x="744469" y="0"/>
                  </a:moveTo>
                  <a:lnTo>
                    <a:pt x="457263" y="717904"/>
                  </a:lnTo>
                  <a:lnTo>
                    <a:pt x="0" y="717904"/>
                  </a:lnTo>
                  <a:lnTo>
                    <a:pt x="166847" y="559060"/>
                  </a:lnTo>
                  <a:cubicBezTo>
                    <a:pt x="359983" y="373304"/>
                    <a:pt x="552337" y="186767"/>
                    <a:pt x="744469"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 name="Google Shape;54;p9"/>
            <p:cNvSpPr/>
            <p:nvPr/>
          </p:nvSpPr>
          <p:spPr>
            <a:xfrm>
              <a:off x="5775102" y="4751623"/>
              <a:ext cx="175695" cy="391877"/>
            </a:xfrm>
            <a:custGeom>
              <a:avLst/>
              <a:gdLst/>
              <a:ahLst/>
              <a:cxnLst/>
              <a:rect l="l" t="t" r="r" b="b"/>
              <a:pathLst>
                <a:path w="175695" h="391877" extrusionOk="0">
                  <a:moveTo>
                    <a:pt x="171500" y="0"/>
                  </a:moveTo>
                  <a:lnTo>
                    <a:pt x="175695" y="391877"/>
                  </a:lnTo>
                  <a:lnTo>
                    <a:pt x="0" y="391877"/>
                  </a:lnTo>
                  <a:lnTo>
                    <a:pt x="17150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55" name="Google Shape;55;p9"/>
          <p:cNvSpPr txBox="1">
            <a:spLocks noGrp="1"/>
          </p:cNvSpPr>
          <p:nvPr>
            <p:ph type="title"/>
          </p:nvPr>
        </p:nvSpPr>
        <p:spPr>
          <a:xfrm>
            <a:off x="697022" y="3625050"/>
            <a:ext cx="7168500" cy="3036900"/>
          </a:xfrm>
          <a:prstGeom prst="rect">
            <a:avLst/>
          </a:prstGeom>
          <a:noFill/>
          <a:ln>
            <a:noFill/>
          </a:ln>
        </p:spPr>
        <p:txBody>
          <a:bodyPr spcFirstLastPara="1" wrap="square" lIns="0" tIns="91400" rIns="182850" bIns="91400" anchor="ctr" anchorCtr="0">
            <a:noAutofit/>
          </a:bodyPr>
          <a:lstStyle>
            <a:lvl1pPr lvl="0" algn="l">
              <a:lnSpc>
                <a:spcPct val="100000"/>
              </a:lnSpc>
              <a:spcBef>
                <a:spcPts val="0"/>
              </a:spcBef>
              <a:spcAft>
                <a:spcPts val="0"/>
              </a:spcAft>
              <a:buClr>
                <a:schemeClr val="lt1"/>
              </a:buClr>
              <a:buSzPts val="4600"/>
              <a:buFont typeface="Poppins Light"/>
              <a:buNone/>
              <a:defRPr sz="5000">
                <a:solidFill>
                  <a:schemeClr val="lt1"/>
                </a:solidFill>
                <a:latin typeface="Poppins Light"/>
                <a:ea typeface="Poppins Light"/>
                <a:cs typeface="Poppins Light"/>
                <a:sym typeface="Poppins Light"/>
              </a:defRPr>
            </a:lvl1pPr>
            <a:lvl2pPr lvl="1">
              <a:spcBef>
                <a:spcPts val="0"/>
              </a:spcBef>
              <a:spcAft>
                <a:spcPts val="0"/>
              </a:spcAft>
              <a:buClr>
                <a:schemeClr val="lt1"/>
              </a:buClr>
              <a:buSzPts val="5000"/>
              <a:buFont typeface="Poppins Light"/>
              <a:buNone/>
              <a:defRPr sz="5000">
                <a:solidFill>
                  <a:schemeClr val="lt1"/>
                </a:solidFill>
                <a:latin typeface="Poppins Light"/>
                <a:ea typeface="Poppins Light"/>
                <a:cs typeface="Poppins Light"/>
                <a:sym typeface="Poppins Light"/>
              </a:defRPr>
            </a:lvl2pPr>
            <a:lvl3pPr lvl="2">
              <a:spcBef>
                <a:spcPts val="0"/>
              </a:spcBef>
              <a:spcAft>
                <a:spcPts val="0"/>
              </a:spcAft>
              <a:buClr>
                <a:schemeClr val="lt1"/>
              </a:buClr>
              <a:buSzPts val="5000"/>
              <a:buFont typeface="Poppins Light"/>
              <a:buNone/>
              <a:defRPr sz="5000">
                <a:solidFill>
                  <a:schemeClr val="lt1"/>
                </a:solidFill>
                <a:latin typeface="Poppins Light"/>
                <a:ea typeface="Poppins Light"/>
                <a:cs typeface="Poppins Light"/>
                <a:sym typeface="Poppins Light"/>
              </a:defRPr>
            </a:lvl3pPr>
            <a:lvl4pPr lvl="3">
              <a:spcBef>
                <a:spcPts val="0"/>
              </a:spcBef>
              <a:spcAft>
                <a:spcPts val="0"/>
              </a:spcAft>
              <a:buClr>
                <a:schemeClr val="lt1"/>
              </a:buClr>
              <a:buSzPts val="5000"/>
              <a:buFont typeface="Poppins Light"/>
              <a:buNone/>
              <a:defRPr sz="5000">
                <a:solidFill>
                  <a:schemeClr val="lt1"/>
                </a:solidFill>
                <a:latin typeface="Poppins Light"/>
                <a:ea typeface="Poppins Light"/>
                <a:cs typeface="Poppins Light"/>
                <a:sym typeface="Poppins Light"/>
              </a:defRPr>
            </a:lvl4pPr>
            <a:lvl5pPr lvl="4">
              <a:spcBef>
                <a:spcPts val="0"/>
              </a:spcBef>
              <a:spcAft>
                <a:spcPts val="0"/>
              </a:spcAft>
              <a:buClr>
                <a:schemeClr val="lt1"/>
              </a:buClr>
              <a:buSzPts val="5000"/>
              <a:buFont typeface="Poppins Light"/>
              <a:buNone/>
              <a:defRPr sz="5000">
                <a:solidFill>
                  <a:schemeClr val="lt1"/>
                </a:solidFill>
                <a:latin typeface="Poppins Light"/>
                <a:ea typeface="Poppins Light"/>
                <a:cs typeface="Poppins Light"/>
                <a:sym typeface="Poppins Light"/>
              </a:defRPr>
            </a:lvl5pPr>
            <a:lvl6pPr lvl="5">
              <a:spcBef>
                <a:spcPts val="0"/>
              </a:spcBef>
              <a:spcAft>
                <a:spcPts val="0"/>
              </a:spcAft>
              <a:buClr>
                <a:schemeClr val="lt1"/>
              </a:buClr>
              <a:buSzPts val="5000"/>
              <a:buFont typeface="Poppins Light"/>
              <a:buNone/>
              <a:defRPr sz="5000">
                <a:solidFill>
                  <a:schemeClr val="lt1"/>
                </a:solidFill>
                <a:latin typeface="Poppins Light"/>
                <a:ea typeface="Poppins Light"/>
                <a:cs typeface="Poppins Light"/>
                <a:sym typeface="Poppins Light"/>
              </a:defRPr>
            </a:lvl6pPr>
            <a:lvl7pPr lvl="6">
              <a:spcBef>
                <a:spcPts val="0"/>
              </a:spcBef>
              <a:spcAft>
                <a:spcPts val="0"/>
              </a:spcAft>
              <a:buClr>
                <a:schemeClr val="lt1"/>
              </a:buClr>
              <a:buSzPts val="5000"/>
              <a:buFont typeface="Poppins Light"/>
              <a:buNone/>
              <a:defRPr sz="5000">
                <a:solidFill>
                  <a:schemeClr val="lt1"/>
                </a:solidFill>
                <a:latin typeface="Poppins Light"/>
                <a:ea typeface="Poppins Light"/>
                <a:cs typeface="Poppins Light"/>
                <a:sym typeface="Poppins Light"/>
              </a:defRPr>
            </a:lvl7pPr>
            <a:lvl8pPr lvl="7">
              <a:spcBef>
                <a:spcPts val="0"/>
              </a:spcBef>
              <a:spcAft>
                <a:spcPts val="0"/>
              </a:spcAft>
              <a:buClr>
                <a:schemeClr val="lt1"/>
              </a:buClr>
              <a:buSzPts val="5000"/>
              <a:buFont typeface="Poppins Light"/>
              <a:buNone/>
              <a:defRPr sz="5000">
                <a:solidFill>
                  <a:schemeClr val="lt1"/>
                </a:solidFill>
                <a:latin typeface="Poppins Light"/>
                <a:ea typeface="Poppins Light"/>
                <a:cs typeface="Poppins Light"/>
                <a:sym typeface="Poppins Light"/>
              </a:defRPr>
            </a:lvl8pPr>
            <a:lvl9pPr lvl="8">
              <a:spcBef>
                <a:spcPts val="0"/>
              </a:spcBef>
              <a:spcAft>
                <a:spcPts val="0"/>
              </a:spcAft>
              <a:buClr>
                <a:schemeClr val="lt1"/>
              </a:buClr>
              <a:buSzPts val="5000"/>
              <a:buFont typeface="Poppins Light"/>
              <a:buNone/>
              <a:defRPr sz="5000">
                <a:solidFill>
                  <a:schemeClr val="lt1"/>
                </a:solidFill>
                <a:latin typeface="Poppins Light"/>
                <a:ea typeface="Poppins Light"/>
                <a:cs typeface="Poppins Light"/>
                <a:sym typeface="Poppins Light"/>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tatement and photo with spark cutout - Blue">
  <p:cSld name="TITLE_ONLY_2_1_1_3_1">
    <p:bg>
      <p:bgPr>
        <a:solidFill>
          <a:schemeClr val="accent1"/>
        </a:solidFill>
        <a:effectLst/>
      </p:bgPr>
    </p:bg>
    <p:spTree>
      <p:nvGrpSpPr>
        <p:cNvPr id="1" name="Shape 56"/>
        <p:cNvGrpSpPr/>
        <p:nvPr/>
      </p:nvGrpSpPr>
      <p:grpSpPr>
        <a:xfrm>
          <a:off x="0" y="0"/>
          <a:ext cx="0" cy="0"/>
          <a:chOff x="0" y="0"/>
          <a:chExt cx="0" cy="0"/>
        </a:xfrm>
      </p:grpSpPr>
      <p:sp>
        <p:nvSpPr>
          <p:cNvPr id="57" name="Google Shape;57;p10"/>
          <p:cNvSpPr>
            <a:spLocks noGrp="1"/>
          </p:cNvSpPr>
          <p:nvPr>
            <p:ph type="pic" idx="2"/>
          </p:nvPr>
        </p:nvSpPr>
        <p:spPr>
          <a:xfrm>
            <a:off x="5721900" y="0"/>
            <a:ext cx="12566100" cy="10287000"/>
          </a:xfrm>
          <a:prstGeom prst="rect">
            <a:avLst/>
          </a:prstGeom>
          <a:noFill/>
          <a:ln>
            <a:noFill/>
          </a:ln>
        </p:spPr>
      </p:sp>
      <p:grpSp>
        <p:nvGrpSpPr>
          <p:cNvPr id="58" name="Google Shape;58;p10"/>
          <p:cNvGrpSpPr/>
          <p:nvPr/>
        </p:nvGrpSpPr>
        <p:grpSpPr>
          <a:xfrm>
            <a:off x="-1" y="0"/>
            <a:ext cx="11930812" cy="10287000"/>
            <a:chOff x="1" y="0"/>
            <a:chExt cx="5965406" cy="5143500"/>
          </a:xfrm>
        </p:grpSpPr>
        <p:sp>
          <p:nvSpPr>
            <p:cNvPr id="59" name="Google Shape;59;p10"/>
            <p:cNvSpPr/>
            <p:nvPr/>
          </p:nvSpPr>
          <p:spPr>
            <a:xfrm>
              <a:off x="1" y="0"/>
              <a:ext cx="5749837" cy="5143500"/>
            </a:xfrm>
            <a:custGeom>
              <a:avLst/>
              <a:gdLst/>
              <a:ahLst/>
              <a:cxnLst/>
              <a:rect l="l" t="t" r="r" b="b"/>
              <a:pathLst>
                <a:path w="5749837" h="5143500" extrusionOk="0">
                  <a:moveTo>
                    <a:pt x="0" y="0"/>
                  </a:moveTo>
                  <a:lnTo>
                    <a:pt x="3238049" y="0"/>
                  </a:lnTo>
                  <a:lnTo>
                    <a:pt x="3436215" y="209792"/>
                  </a:lnTo>
                  <a:cubicBezTo>
                    <a:pt x="4194799" y="1009825"/>
                    <a:pt x="4971420" y="1793656"/>
                    <a:pt x="5749837" y="2575651"/>
                  </a:cubicBezTo>
                  <a:cubicBezTo>
                    <a:pt x="4966722" y="3367652"/>
                    <a:pt x="4184479" y="4162361"/>
                    <a:pt x="3420999" y="4974008"/>
                  </a:cubicBezTo>
                  <a:lnTo>
                    <a:pt x="3262201" y="5143500"/>
                  </a:lnTo>
                  <a:lnTo>
                    <a:pt x="0" y="5143500"/>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0" name="Google Shape;60;p10"/>
            <p:cNvSpPr/>
            <p:nvPr/>
          </p:nvSpPr>
          <p:spPr>
            <a:xfrm>
              <a:off x="4422717" y="0"/>
              <a:ext cx="720488" cy="698854"/>
            </a:xfrm>
            <a:custGeom>
              <a:avLst/>
              <a:gdLst/>
              <a:ahLst/>
              <a:cxnLst/>
              <a:rect l="l" t="t" r="r" b="b"/>
              <a:pathLst>
                <a:path w="720488" h="698854" extrusionOk="0">
                  <a:moveTo>
                    <a:pt x="0" y="0"/>
                  </a:moveTo>
                  <a:lnTo>
                    <a:pt x="444637" y="0"/>
                  </a:lnTo>
                  <a:lnTo>
                    <a:pt x="720488" y="698854"/>
                  </a:lnTo>
                  <a:cubicBezTo>
                    <a:pt x="535228" y="518101"/>
                    <a:pt x="349967" y="337359"/>
                    <a:pt x="164030" y="157294"/>
                  </a:cubicBez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1" name="Google Shape;61;p10"/>
            <p:cNvSpPr/>
            <p:nvPr/>
          </p:nvSpPr>
          <p:spPr>
            <a:xfrm>
              <a:off x="5806824" y="0"/>
              <a:ext cx="158583" cy="358048"/>
            </a:xfrm>
            <a:custGeom>
              <a:avLst/>
              <a:gdLst/>
              <a:ahLst/>
              <a:cxnLst/>
              <a:rect l="l" t="t" r="r" b="b"/>
              <a:pathLst>
                <a:path w="158583" h="358048" extrusionOk="0">
                  <a:moveTo>
                    <a:pt x="0" y="0"/>
                  </a:moveTo>
                  <a:lnTo>
                    <a:pt x="158583" y="0"/>
                  </a:lnTo>
                  <a:lnTo>
                    <a:pt x="152121" y="358048"/>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2" name="Google Shape;62;p10"/>
            <p:cNvSpPr/>
            <p:nvPr/>
          </p:nvSpPr>
          <p:spPr>
            <a:xfrm>
              <a:off x="4403343" y="4425596"/>
              <a:ext cx="744469" cy="717904"/>
            </a:xfrm>
            <a:custGeom>
              <a:avLst/>
              <a:gdLst/>
              <a:ahLst/>
              <a:cxnLst/>
              <a:rect l="l" t="t" r="r" b="b"/>
              <a:pathLst>
                <a:path w="744469" h="717904" extrusionOk="0">
                  <a:moveTo>
                    <a:pt x="744469" y="0"/>
                  </a:moveTo>
                  <a:lnTo>
                    <a:pt x="457263" y="717904"/>
                  </a:lnTo>
                  <a:lnTo>
                    <a:pt x="0" y="717904"/>
                  </a:lnTo>
                  <a:lnTo>
                    <a:pt x="166847" y="559060"/>
                  </a:lnTo>
                  <a:cubicBezTo>
                    <a:pt x="359983" y="373304"/>
                    <a:pt x="552337" y="186767"/>
                    <a:pt x="744469"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3" name="Google Shape;63;p10"/>
            <p:cNvSpPr/>
            <p:nvPr/>
          </p:nvSpPr>
          <p:spPr>
            <a:xfrm>
              <a:off x="5775102" y="4751623"/>
              <a:ext cx="175695" cy="391877"/>
            </a:xfrm>
            <a:custGeom>
              <a:avLst/>
              <a:gdLst/>
              <a:ahLst/>
              <a:cxnLst/>
              <a:rect l="l" t="t" r="r" b="b"/>
              <a:pathLst>
                <a:path w="175695" h="391877" extrusionOk="0">
                  <a:moveTo>
                    <a:pt x="171500" y="0"/>
                  </a:moveTo>
                  <a:lnTo>
                    <a:pt x="175695" y="391877"/>
                  </a:lnTo>
                  <a:lnTo>
                    <a:pt x="0" y="391877"/>
                  </a:lnTo>
                  <a:lnTo>
                    <a:pt x="17150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64" name="Google Shape;64;p10"/>
          <p:cNvSpPr txBox="1">
            <a:spLocks noGrp="1"/>
          </p:cNvSpPr>
          <p:nvPr>
            <p:ph type="title"/>
          </p:nvPr>
        </p:nvSpPr>
        <p:spPr>
          <a:xfrm>
            <a:off x="685800" y="3625050"/>
            <a:ext cx="7168500" cy="3036900"/>
          </a:xfrm>
          <a:prstGeom prst="rect">
            <a:avLst/>
          </a:prstGeom>
          <a:noFill/>
          <a:ln>
            <a:noFill/>
          </a:ln>
        </p:spPr>
        <p:txBody>
          <a:bodyPr spcFirstLastPara="1" wrap="square" lIns="0" tIns="91400" rIns="182850" bIns="91400" anchor="ctr" anchorCtr="0">
            <a:noAutofit/>
          </a:bodyPr>
          <a:lstStyle>
            <a:lvl1pPr lvl="0" algn="l">
              <a:lnSpc>
                <a:spcPct val="100000"/>
              </a:lnSpc>
              <a:spcBef>
                <a:spcPts val="0"/>
              </a:spcBef>
              <a:spcAft>
                <a:spcPts val="0"/>
              </a:spcAft>
              <a:buClr>
                <a:schemeClr val="lt1"/>
              </a:buClr>
              <a:buSzPts val="4600"/>
              <a:buFont typeface="Poppins Light"/>
              <a:buNone/>
              <a:defRPr sz="5000">
                <a:solidFill>
                  <a:schemeClr val="lt1"/>
                </a:solidFill>
                <a:latin typeface="Poppins Light"/>
                <a:ea typeface="Poppins Light"/>
                <a:cs typeface="Poppins Light"/>
                <a:sym typeface="Poppins Light"/>
              </a:defRPr>
            </a:lvl1pPr>
            <a:lvl2pPr lvl="1">
              <a:spcBef>
                <a:spcPts val="0"/>
              </a:spcBef>
              <a:spcAft>
                <a:spcPts val="0"/>
              </a:spcAft>
              <a:buClr>
                <a:schemeClr val="lt1"/>
              </a:buClr>
              <a:buSzPts val="5000"/>
              <a:buFont typeface="Poppins Light"/>
              <a:buNone/>
              <a:defRPr sz="5000">
                <a:solidFill>
                  <a:schemeClr val="lt1"/>
                </a:solidFill>
                <a:latin typeface="Poppins Light"/>
                <a:ea typeface="Poppins Light"/>
                <a:cs typeface="Poppins Light"/>
                <a:sym typeface="Poppins Light"/>
              </a:defRPr>
            </a:lvl2pPr>
            <a:lvl3pPr lvl="2">
              <a:spcBef>
                <a:spcPts val="0"/>
              </a:spcBef>
              <a:spcAft>
                <a:spcPts val="0"/>
              </a:spcAft>
              <a:buClr>
                <a:schemeClr val="lt1"/>
              </a:buClr>
              <a:buSzPts val="5000"/>
              <a:buFont typeface="Poppins Light"/>
              <a:buNone/>
              <a:defRPr sz="5000">
                <a:solidFill>
                  <a:schemeClr val="lt1"/>
                </a:solidFill>
                <a:latin typeface="Poppins Light"/>
                <a:ea typeface="Poppins Light"/>
                <a:cs typeface="Poppins Light"/>
                <a:sym typeface="Poppins Light"/>
              </a:defRPr>
            </a:lvl3pPr>
            <a:lvl4pPr lvl="3">
              <a:spcBef>
                <a:spcPts val="0"/>
              </a:spcBef>
              <a:spcAft>
                <a:spcPts val="0"/>
              </a:spcAft>
              <a:buClr>
                <a:schemeClr val="lt1"/>
              </a:buClr>
              <a:buSzPts val="5000"/>
              <a:buFont typeface="Poppins Light"/>
              <a:buNone/>
              <a:defRPr sz="5000">
                <a:solidFill>
                  <a:schemeClr val="lt1"/>
                </a:solidFill>
                <a:latin typeface="Poppins Light"/>
                <a:ea typeface="Poppins Light"/>
                <a:cs typeface="Poppins Light"/>
                <a:sym typeface="Poppins Light"/>
              </a:defRPr>
            </a:lvl4pPr>
            <a:lvl5pPr lvl="4">
              <a:spcBef>
                <a:spcPts val="0"/>
              </a:spcBef>
              <a:spcAft>
                <a:spcPts val="0"/>
              </a:spcAft>
              <a:buClr>
                <a:schemeClr val="lt1"/>
              </a:buClr>
              <a:buSzPts val="5000"/>
              <a:buFont typeface="Poppins Light"/>
              <a:buNone/>
              <a:defRPr sz="5000">
                <a:solidFill>
                  <a:schemeClr val="lt1"/>
                </a:solidFill>
                <a:latin typeface="Poppins Light"/>
                <a:ea typeface="Poppins Light"/>
                <a:cs typeface="Poppins Light"/>
                <a:sym typeface="Poppins Light"/>
              </a:defRPr>
            </a:lvl5pPr>
            <a:lvl6pPr lvl="5">
              <a:spcBef>
                <a:spcPts val="0"/>
              </a:spcBef>
              <a:spcAft>
                <a:spcPts val="0"/>
              </a:spcAft>
              <a:buClr>
                <a:schemeClr val="lt1"/>
              </a:buClr>
              <a:buSzPts val="5000"/>
              <a:buFont typeface="Poppins Light"/>
              <a:buNone/>
              <a:defRPr sz="5000">
                <a:solidFill>
                  <a:schemeClr val="lt1"/>
                </a:solidFill>
                <a:latin typeface="Poppins Light"/>
                <a:ea typeface="Poppins Light"/>
                <a:cs typeface="Poppins Light"/>
                <a:sym typeface="Poppins Light"/>
              </a:defRPr>
            </a:lvl6pPr>
            <a:lvl7pPr lvl="6">
              <a:spcBef>
                <a:spcPts val="0"/>
              </a:spcBef>
              <a:spcAft>
                <a:spcPts val="0"/>
              </a:spcAft>
              <a:buClr>
                <a:schemeClr val="lt1"/>
              </a:buClr>
              <a:buSzPts val="5000"/>
              <a:buFont typeface="Poppins Light"/>
              <a:buNone/>
              <a:defRPr sz="5000">
                <a:solidFill>
                  <a:schemeClr val="lt1"/>
                </a:solidFill>
                <a:latin typeface="Poppins Light"/>
                <a:ea typeface="Poppins Light"/>
                <a:cs typeface="Poppins Light"/>
                <a:sym typeface="Poppins Light"/>
              </a:defRPr>
            </a:lvl7pPr>
            <a:lvl8pPr lvl="7">
              <a:spcBef>
                <a:spcPts val="0"/>
              </a:spcBef>
              <a:spcAft>
                <a:spcPts val="0"/>
              </a:spcAft>
              <a:buClr>
                <a:schemeClr val="lt1"/>
              </a:buClr>
              <a:buSzPts val="5000"/>
              <a:buFont typeface="Poppins Light"/>
              <a:buNone/>
              <a:defRPr sz="5000">
                <a:solidFill>
                  <a:schemeClr val="lt1"/>
                </a:solidFill>
                <a:latin typeface="Poppins Light"/>
                <a:ea typeface="Poppins Light"/>
                <a:cs typeface="Poppins Light"/>
                <a:sym typeface="Poppins Light"/>
              </a:defRPr>
            </a:lvl8pPr>
            <a:lvl9pPr lvl="8">
              <a:spcBef>
                <a:spcPts val="0"/>
              </a:spcBef>
              <a:spcAft>
                <a:spcPts val="0"/>
              </a:spcAft>
              <a:buClr>
                <a:schemeClr val="lt1"/>
              </a:buClr>
              <a:buSzPts val="5000"/>
              <a:buFont typeface="Poppins Light"/>
              <a:buNone/>
              <a:defRPr sz="5000">
                <a:solidFill>
                  <a:schemeClr val="lt1"/>
                </a:solidFill>
                <a:latin typeface="Poppins Light"/>
                <a:ea typeface="Poppins Light"/>
                <a:cs typeface="Poppins Light"/>
                <a:sym typeface="Poppins Light"/>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hoto background">
  <p:cSld name="CUSTOM">
    <p:spTree>
      <p:nvGrpSpPr>
        <p:cNvPr id="1" name="Shape 65"/>
        <p:cNvGrpSpPr/>
        <p:nvPr/>
      </p:nvGrpSpPr>
      <p:grpSpPr>
        <a:xfrm>
          <a:off x="0" y="0"/>
          <a:ext cx="0" cy="0"/>
          <a:chOff x="0" y="0"/>
          <a:chExt cx="0" cy="0"/>
        </a:xfrm>
      </p:grpSpPr>
      <p:sp>
        <p:nvSpPr>
          <p:cNvPr id="66" name="Google Shape;66;p11"/>
          <p:cNvSpPr>
            <a:spLocks noGrp="1"/>
          </p:cNvSpPr>
          <p:nvPr>
            <p:ph type="pic" idx="2"/>
          </p:nvPr>
        </p:nvSpPr>
        <p:spPr>
          <a:xfrm>
            <a:off x="0" y="0"/>
            <a:ext cx="18288000" cy="102870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hoto background with border - Light">
  <p:cSld name="CUSTOM_1_1">
    <p:spTree>
      <p:nvGrpSpPr>
        <p:cNvPr id="1" name="Shape 67"/>
        <p:cNvGrpSpPr/>
        <p:nvPr/>
      </p:nvGrpSpPr>
      <p:grpSpPr>
        <a:xfrm>
          <a:off x="0" y="0"/>
          <a:ext cx="0" cy="0"/>
          <a:chOff x="0" y="0"/>
          <a:chExt cx="0" cy="0"/>
        </a:xfrm>
      </p:grpSpPr>
      <p:sp>
        <p:nvSpPr>
          <p:cNvPr id="68" name="Google Shape;68;p12"/>
          <p:cNvSpPr>
            <a:spLocks noGrp="1"/>
          </p:cNvSpPr>
          <p:nvPr>
            <p:ph type="pic" idx="2"/>
          </p:nvPr>
        </p:nvSpPr>
        <p:spPr>
          <a:xfrm>
            <a:off x="252750" y="256350"/>
            <a:ext cx="17782500" cy="9774300"/>
          </a:xfrm>
          <a:prstGeom prst="roundRect">
            <a:avLst>
              <a:gd name="adj" fmla="val 2192"/>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hoto background with border - Dark">
  <p:cSld name="CUSTOM_1_1_1">
    <p:bg>
      <p:bgPr>
        <a:solidFill>
          <a:schemeClr val="dk1"/>
        </a:solidFill>
        <a:effectLst/>
      </p:bgPr>
    </p:bg>
    <p:spTree>
      <p:nvGrpSpPr>
        <p:cNvPr id="1" name="Shape 69"/>
        <p:cNvGrpSpPr/>
        <p:nvPr/>
      </p:nvGrpSpPr>
      <p:grpSpPr>
        <a:xfrm>
          <a:off x="0" y="0"/>
          <a:ext cx="0" cy="0"/>
          <a:chOff x="0" y="0"/>
          <a:chExt cx="0" cy="0"/>
        </a:xfrm>
      </p:grpSpPr>
      <p:sp>
        <p:nvSpPr>
          <p:cNvPr id="70" name="Google Shape;70;p13"/>
          <p:cNvSpPr>
            <a:spLocks noGrp="1"/>
          </p:cNvSpPr>
          <p:nvPr>
            <p:ph type="pic" idx="2"/>
          </p:nvPr>
        </p:nvSpPr>
        <p:spPr>
          <a:xfrm>
            <a:off x="252750" y="256350"/>
            <a:ext cx="17782500" cy="9774300"/>
          </a:xfrm>
          <a:prstGeom prst="roundRect">
            <a:avLst>
              <a:gd name="adj" fmla="val 2192"/>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hoto background with border - Blue">
  <p:cSld name="CUSTOM_1_1_1_1">
    <p:bg>
      <p:bgPr>
        <a:solidFill>
          <a:schemeClr val="accent1"/>
        </a:solidFill>
        <a:effectLst/>
      </p:bgPr>
    </p:bg>
    <p:spTree>
      <p:nvGrpSpPr>
        <p:cNvPr id="1" name="Shape 71"/>
        <p:cNvGrpSpPr/>
        <p:nvPr/>
      </p:nvGrpSpPr>
      <p:grpSpPr>
        <a:xfrm>
          <a:off x="0" y="0"/>
          <a:ext cx="0" cy="0"/>
          <a:chOff x="0" y="0"/>
          <a:chExt cx="0" cy="0"/>
        </a:xfrm>
      </p:grpSpPr>
      <p:sp>
        <p:nvSpPr>
          <p:cNvPr id="72" name="Google Shape;72;p14"/>
          <p:cNvSpPr>
            <a:spLocks noGrp="1"/>
          </p:cNvSpPr>
          <p:nvPr>
            <p:ph type="pic" idx="2"/>
          </p:nvPr>
        </p:nvSpPr>
        <p:spPr>
          <a:xfrm>
            <a:off x="252750" y="256350"/>
            <a:ext cx="17782500" cy="9774300"/>
          </a:xfrm>
          <a:prstGeom prst="roundRect">
            <a:avLst>
              <a:gd name="adj" fmla="val 2192"/>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Intro with title and speaker - Dark Pattern">
  <p:cSld name="Breaker_Denim_1_1_1_2_2_1_1_1_2">
    <p:bg>
      <p:bgPr>
        <a:solidFill>
          <a:srgbClr val="000000"/>
        </a:solidFill>
        <a:effectLst/>
      </p:bgPr>
    </p:bg>
    <p:spTree>
      <p:nvGrpSpPr>
        <p:cNvPr id="1" name="Shape 73"/>
        <p:cNvGrpSpPr/>
        <p:nvPr/>
      </p:nvGrpSpPr>
      <p:grpSpPr>
        <a:xfrm>
          <a:off x="0" y="0"/>
          <a:ext cx="0" cy="0"/>
          <a:chOff x="0" y="0"/>
          <a:chExt cx="0" cy="0"/>
        </a:xfrm>
      </p:grpSpPr>
      <p:sp>
        <p:nvSpPr>
          <p:cNvPr id="74" name="Google Shape;74;p15"/>
          <p:cNvSpPr/>
          <p:nvPr/>
        </p:nvSpPr>
        <p:spPr>
          <a:xfrm>
            <a:off x="4433595" y="-9"/>
            <a:ext cx="13854398" cy="10286997"/>
          </a:xfrm>
          <a:custGeom>
            <a:avLst/>
            <a:gdLst/>
            <a:ahLst/>
            <a:cxnLst/>
            <a:rect l="l" t="t" r="r" b="b"/>
            <a:pathLst>
              <a:path w="9236265" h="6857998" extrusionOk="0">
                <a:moveTo>
                  <a:pt x="9236265" y="6789544"/>
                </a:moveTo>
                <a:lnTo>
                  <a:pt x="9236265" y="6806689"/>
                </a:lnTo>
                <a:lnTo>
                  <a:pt x="9215818" y="6857997"/>
                </a:lnTo>
                <a:lnTo>
                  <a:pt x="9208960" y="6857997"/>
                </a:lnTo>
                <a:close/>
                <a:moveTo>
                  <a:pt x="9236264" y="6507287"/>
                </a:moveTo>
                <a:lnTo>
                  <a:pt x="9236264" y="6523670"/>
                </a:lnTo>
                <a:lnTo>
                  <a:pt x="9095739" y="6857997"/>
                </a:lnTo>
                <a:lnTo>
                  <a:pt x="9088881" y="6857997"/>
                </a:lnTo>
                <a:close/>
                <a:moveTo>
                  <a:pt x="9236265" y="6248017"/>
                </a:moveTo>
                <a:lnTo>
                  <a:pt x="9236265" y="6263701"/>
                </a:lnTo>
                <a:lnTo>
                  <a:pt x="8973248" y="6857998"/>
                </a:lnTo>
                <a:lnTo>
                  <a:pt x="8966327" y="6857998"/>
                </a:lnTo>
                <a:close/>
                <a:moveTo>
                  <a:pt x="9236265" y="6009447"/>
                </a:moveTo>
                <a:lnTo>
                  <a:pt x="9236265" y="6024496"/>
                </a:lnTo>
                <a:lnTo>
                  <a:pt x="8848153" y="6857998"/>
                </a:lnTo>
                <a:lnTo>
                  <a:pt x="8841168" y="6857998"/>
                </a:lnTo>
                <a:close/>
                <a:moveTo>
                  <a:pt x="9236265" y="5789419"/>
                </a:moveTo>
                <a:lnTo>
                  <a:pt x="9236265" y="5803897"/>
                </a:lnTo>
                <a:lnTo>
                  <a:pt x="8720327" y="6857997"/>
                </a:lnTo>
                <a:lnTo>
                  <a:pt x="8713279" y="6857997"/>
                </a:lnTo>
                <a:close/>
                <a:moveTo>
                  <a:pt x="9236264" y="5625145"/>
                </a:moveTo>
                <a:lnTo>
                  <a:pt x="9236264" y="5635750"/>
                </a:lnTo>
                <a:lnTo>
                  <a:pt x="9175241" y="5718554"/>
                </a:lnTo>
                <a:lnTo>
                  <a:pt x="8589517" y="6857998"/>
                </a:lnTo>
                <a:lnTo>
                  <a:pt x="8582405" y="6857998"/>
                </a:lnTo>
                <a:lnTo>
                  <a:pt x="9169907" y="5715188"/>
                </a:lnTo>
                <a:close/>
                <a:moveTo>
                  <a:pt x="9236265" y="5454584"/>
                </a:moveTo>
                <a:lnTo>
                  <a:pt x="9236265" y="5465887"/>
                </a:lnTo>
                <a:lnTo>
                  <a:pt x="9092755" y="5677406"/>
                </a:lnTo>
                <a:lnTo>
                  <a:pt x="8455787" y="6857998"/>
                </a:lnTo>
                <a:lnTo>
                  <a:pt x="8448548" y="6857998"/>
                </a:lnTo>
                <a:lnTo>
                  <a:pt x="9087358" y="5674104"/>
                </a:lnTo>
                <a:close/>
                <a:moveTo>
                  <a:pt x="9236265" y="5258813"/>
                </a:moveTo>
                <a:lnTo>
                  <a:pt x="9236265" y="5270878"/>
                </a:lnTo>
                <a:lnTo>
                  <a:pt x="9010332" y="5636257"/>
                </a:lnTo>
                <a:lnTo>
                  <a:pt x="8318817" y="6857997"/>
                </a:lnTo>
                <a:lnTo>
                  <a:pt x="8311515" y="6857997"/>
                </a:lnTo>
                <a:lnTo>
                  <a:pt x="9004808" y="5633019"/>
                </a:lnTo>
                <a:close/>
                <a:moveTo>
                  <a:pt x="9236265" y="5028753"/>
                </a:moveTo>
                <a:lnTo>
                  <a:pt x="9236265" y="5041770"/>
                </a:lnTo>
                <a:lnTo>
                  <a:pt x="8927846" y="5595046"/>
                </a:lnTo>
                <a:lnTo>
                  <a:pt x="8178482" y="6857998"/>
                </a:lnTo>
                <a:lnTo>
                  <a:pt x="8171116" y="6857998"/>
                </a:lnTo>
                <a:lnTo>
                  <a:pt x="8922321" y="5591935"/>
                </a:lnTo>
                <a:close/>
                <a:moveTo>
                  <a:pt x="9236265" y="4750496"/>
                </a:moveTo>
                <a:lnTo>
                  <a:pt x="9236265" y="4764720"/>
                </a:lnTo>
                <a:lnTo>
                  <a:pt x="8845295" y="5553898"/>
                </a:lnTo>
                <a:lnTo>
                  <a:pt x="8034527" y="6857998"/>
                </a:lnTo>
                <a:lnTo>
                  <a:pt x="8027098" y="6857998"/>
                </a:lnTo>
                <a:lnTo>
                  <a:pt x="8839771" y="5550850"/>
                </a:lnTo>
                <a:close/>
                <a:moveTo>
                  <a:pt x="6537473" y="4403753"/>
                </a:moveTo>
                <a:lnTo>
                  <a:pt x="6536816" y="4404040"/>
                </a:lnTo>
                <a:lnTo>
                  <a:pt x="6536817" y="4404040"/>
                </a:lnTo>
                <a:close/>
                <a:moveTo>
                  <a:pt x="9236265" y="4401563"/>
                </a:moveTo>
                <a:lnTo>
                  <a:pt x="9236265" y="4417502"/>
                </a:lnTo>
                <a:lnTo>
                  <a:pt x="8762810" y="5512750"/>
                </a:lnTo>
                <a:lnTo>
                  <a:pt x="7886890" y="6857997"/>
                </a:lnTo>
                <a:lnTo>
                  <a:pt x="7879334" y="6857997"/>
                </a:lnTo>
                <a:lnTo>
                  <a:pt x="8757222" y="5509765"/>
                </a:lnTo>
                <a:close/>
                <a:moveTo>
                  <a:pt x="6507562" y="4387223"/>
                </a:moveTo>
                <a:lnTo>
                  <a:pt x="6507572" y="4387228"/>
                </a:lnTo>
                <a:lnTo>
                  <a:pt x="6517527" y="4392613"/>
                </a:lnTo>
                <a:lnTo>
                  <a:pt x="6517928" y="4392830"/>
                </a:lnTo>
                <a:close/>
                <a:moveTo>
                  <a:pt x="9236265" y="3942332"/>
                </a:moveTo>
                <a:lnTo>
                  <a:pt x="9236265" y="3960683"/>
                </a:lnTo>
                <a:lnTo>
                  <a:pt x="8680196" y="5471857"/>
                </a:lnTo>
                <a:lnTo>
                  <a:pt x="8679941" y="5472174"/>
                </a:lnTo>
                <a:lnTo>
                  <a:pt x="7735315" y="6857998"/>
                </a:lnTo>
                <a:lnTo>
                  <a:pt x="7727632" y="6857998"/>
                </a:lnTo>
                <a:lnTo>
                  <a:pt x="8674480" y="5468935"/>
                </a:lnTo>
                <a:close/>
                <a:moveTo>
                  <a:pt x="9236264" y="3297743"/>
                </a:moveTo>
                <a:lnTo>
                  <a:pt x="9236264" y="3319715"/>
                </a:lnTo>
                <a:lnTo>
                  <a:pt x="8597645" y="5430771"/>
                </a:lnTo>
                <a:lnTo>
                  <a:pt x="8597391" y="5431216"/>
                </a:lnTo>
                <a:lnTo>
                  <a:pt x="7579486" y="6857998"/>
                </a:lnTo>
                <a:lnTo>
                  <a:pt x="7571676" y="6857998"/>
                </a:lnTo>
                <a:lnTo>
                  <a:pt x="8591866" y="5427977"/>
                </a:lnTo>
                <a:close/>
                <a:moveTo>
                  <a:pt x="9236264" y="2303525"/>
                </a:moveTo>
                <a:lnTo>
                  <a:pt x="9236264" y="2331084"/>
                </a:lnTo>
                <a:lnTo>
                  <a:pt x="8515095" y="5389751"/>
                </a:lnTo>
                <a:lnTo>
                  <a:pt x="8514715" y="5390259"/>
                </a:lnTo>
                <a:lnTo>
                  <a:pt x="7419213" y="6857998"/>
                </a:lnTo>
                <a:lnTo>
                  <a:pt x="7411275" y="6857998"/>
                </a:lnTo>
                <a:lnTo>
                  <a:pt x="8509253" y="5386957"/>
                </a:lnTo>
                <a:close/>
                <a:moveTo>
                  <a:pt x="9236265" y="720469"/>
                </a:moveTo>
                <a:lnTo>
                  <a:pt x="9236265" y="735645"/>
                </a:lnTo>
                <a:lnTo>
                  <a:pt x="9189720" y="836801"/>
                </a:lnTo>
                <a:lnTo>
                  <a:pt x="8432609" y="5348602"/>
                </a:lnTo>
                <a:lnTo>
                  <a:pt x="8432102" y="5349237"/>
                </a:lnTo>
                <a:lnTo>
                  <a:pt x="7254177" y="6857997"/>
                </a:lnTo>
                <a:lnTo>
                  <a:pt x="7246112" y="6857997"/>
                </a:lnTo>
                <a:lnTo>
                  <a:pt x="8426640" y="5345935"/>
                </a:lnTo>
                <a:lnTo>
                  <a:pt x="9183624" y="834896"/>
                </a:lnTo>
                <a:lnTo>
                  <a:pt x="9183815" y="834515"/>
                </a:lnTo>
                <a:close/>
                <a:moveTo>
                  <a:pt x="1098232" y="2"/>
                </a:moveTo>
                <a:lnTo>
                  <a:pt x="1106360" y="2"/>
                </a:lnTo>
                <a:lnTo>
                  <a:pt x="408940" y="865507"/>
                </a:lnTo>
                <a:lnTo>
                  <a:pt x="6614731" y="4441633"/>
                </a:lnTo>
                <a:lnTo>
                  <a:pt x="6620065" y="4444681"/>
                </a:lnTo>
                <a:lnTo>
                  <a:pt x="6614477" y="4447221"/>
                </a:lnTo>
                <a:lnTo>
                  <a:pt x="1383918" y="6857998"/>
                </a:lnTo>
                <a:lnTo>
                  <a:pt x="1368742" y="6857998"/>
                </a:lnTo>
                <a:lnTo>
                  <a:pt x="6606222" y="4444046"/>
                </a:lnTo>
                <a:lnTo>
                  <a:pt x="6536816" y="4404041"/>
                </a:lnTo>
                <a:lnTo>
                  <a:pt x="6531865" y="4406200"/>
                </a:lnTo>
                <a:lnTo>
                  <a:pt x="922845" y="6857998"/>
                </a:lnTo>
                <a:lnTo>
                  <a:pt x="906970" y="6857998"/>
                </a:lnTo>
                <a:lnTo>
                  <a:pt x="6523355" y="4402961"/>
                </a:lnTo>
                <a:lnTo>
                  <a:pt x="0" y="868746"/>
                </a:lnTo>
                <a:lnTo>
                  <a:pt x="2413" y="865761"/>
                </a:lnTo>
                <a:lnTo>
                  <a:pt x="708850" y="2"/>
                </a:lnTo>
                <a:lnTo>
                  <a:pt x="717043" y="2"/>
                </a:lnTo>
                <a:lnTo>
                  <a:pt x="9779" y="866840"/>
                </a:lnTo>
                <a:lnTo>
                  <a:pt x="6507526" y="4387203"/>
                </a:lnTo>
                <a:lnTo>
                  <a:pt x="399287" y="867285"/>
                </a:lnTo>
                <a:lnTo>
                  <a:pt x="401636" y="864428"/>
                </a:lnTo>
                <a:close/>
                <a:moveTo>
                  <a:pt x="1487360" y="2"/>
                </a:moveTo>
                <a:lnTo>
                  <a:pt x="1495488" y="2"/>
                </a:lnTo>
                <a:lnTo>
                  <a:pt x="808037" y="864173"/>
                </a:lnTo>
                <a:lnTo>
                  <a:pt x="6702298" y="4485702"/>
                </a:lnTo>
                <a:lnTo>
                  <a:pt x="6697090" y="4488242"/>
                </a:lnTo>
                <a:lnTo>
                  <a:pt x="1815846" y="6857998"/>
                </a:lnTo>
                <a:lnTo>
                  <a:pt x="1801304" y="6857998"/>
                </a:lnTo>
                <a:lnTo>
                  <a:pt x="6689090" y="4485067"/>
                </a:lnTo>
                <a:lnTo>
                  <a:pt x="798639" y="865824"/>
                </a:lnTo>
                <a:lnTo>
                  <a:pt x="800862" y="863030"/>
                </a:lnTo>
                <a:close/>
                <a:moveTo>
                  <a:pt x="1876234" y="1"/>
                </a:moveTo>
                <a:lnTo>
                  <a:pt x="1884299" y="1"/>
                </a:lnTo>
                <a:lnTo>
                  <a:pt x="1207198" y="862839"/>
                </a:lnTo>
                <a:lnTo>
                  <a:pt x="6784594" y="4526786"/>
                </a:lnTo>
                <a:lnTo>
                  <a:pt x="6779768" y="4529263"/>
                </a:lnTo>
                <a:lnTo>
                  <a:pt x="2221166" y="6857998"/>
                </a:lnTo>
                <a:lnTo>
                  <a:pt x="2207196" y="6857998"/>
                </a:lnTo>
                <a:lnTo>
                  <a:pt x="6772021" y="4526088"/>
                </a:lnTo>
                <a:lnTo>
                  <a:pt x="1197928" y="864363"/>
                </a:lnTo>
                <a:lnTo>
                  <a:pt x="1200086" y="861633"/>
                </a:lnTo>
                <a:close/>
                <a:moveTo>
                  <a:pt x="2264854" y="1"/>
                </a:moveTo>
                <a:lnTo>
                  <a:pt x="2272855" y="1"/>
                </a:lnTo>
                <a:lnTo>
                  <a:pt x="1606295" y="861569"/>
                </a:lnTo>
                <a:lnTo>
                  <a:pt x="6866890" y="4567871"/>
                </a:lnTo>
                <a:lnTo>
                  <a:pt x="6862381" y="4570284"/>
                </a:lnTo>
                <a:lnTo>
                  <a:pt x="2602864" y="6857998"/>
                </a:lnTo>
                <a:lnTo>
                  <a:pt x="2589402" y="6857998"/>
                </a:lnTo>
                <a:lnTo>
                  <a:pt x="6854825" y="4567109"/>
                </a:lnTo>
                <a:lnTo>
                  <a:pt x="1597151" y="862966"/>
                </a:lnTo>
                <a:lnTo>
                  <a:pt x="1599183" y="860299"/>
                </a:lnTo>
                <a:close/>
                <a:moveTo>
                  <a:pt x="2653156" y="1"/>
                </a:moveTo>
                <a:lnTo>
                  <a:pt x="2661094" y="1"/>
                </a:lnTo>
                <a:lnTo>
                  <a:pt x="2005393" y="860236"/>
                </a:lnTo>
                <a:lnTo>
                  <a:pt x="6949186" y="4608892"/>
                </a:lnTo>
                <a:lnTo>
                  <a:pt x="6944995" y="4611305"/>
                </a:lnTo>
                <a:lnTo>
                  <a:pt x="2962910" y="6857998"/>
                </a:lnTo>
                <a:lnTo>
                  <a:pt x="2950019" y="6857998"/>
                </a:lnTo>
                <a:lnTo>
                  <a:pt x="6937628" y="4608130"/>
                </a:lnTo>
                <a:lnTo>
                  <a:pt x="1996503" y="861506"/>
                </a:lnTo>
                <a:lnTo>
                  <a:pt x="1998408" y="858966"/>
                </a:lnTo>
                <a:close/>
                <a:moveTo>
                  <a:pt x="3041142" y="1"/>
                </a:moveTo>
                <a:lnTo>
                  <a:pt x="3049079" y="1"/>
                </a:lnTo>
                <a:lnTo>
                  <a:pt x="2404554" y="858966"/>
                </a:lnTo>
                <a:lnTo>
                  <a:pt x="7031482" y="4650040"/>
                </a:lnTo>
                <a:lnTo>
                  <a:pt x="7027608" y="4652326"/>
                </a:lnTo>
                <a:lnTo>
                  <a:pt x="3303460" y="6857998"/>
                </a:lnTo>
                <a:lnTo>
                  <a:pt x="3291014" y="6857998"/>
                </a:lnTo>
                <a:lnTo>
                  <a:pt x="7020433" y="4649151"/>
                </a:lnTo>
                <a:lnTo>
                  <a:pt x="2395791" y="859981"/>
                </a:lnTo>
                <a:lnTo>
                  <a:pt x="2397632" y="857569"/>
                </a:lnTo>
                <a:close/>
                <a:moveTo>
                  <a:pt x="3428745" y="1"/>
                </a:moveTo>
                <a:lnTo>
                  <a:pt x="3436619" y="1"/>
                </a:lnTo>
                <a:lnTo>
                  <a:pt x="2803588" y="857632"/>
                </a:lnTo>
                <a:lnTo>
                  <a:pt x="7113841" y="4691061"/>
                </a:lnTo>
                <a:lnTo>
                  <a:pt x="7110222" y="4693283"/>
                </a:lnTo>
                <a:lnTo>
                  <a:pt x="3626294" y="6857998"/>
                </a:lnTo>
                <a:lnTo>
                  <a:pt x="3614292" y="6857998"/>
                </a:lnTo>
                <a:lnTo>
                  <a:pt x="7103300" y="4690172"/>
                </a:lnTo>
                <a:lnTo>
                  <a:pt x="2795079" y="858521"/>
                </a:lnTo>
                <a:lnTo>
                  <a:pt x="2796793" y="856172"/>
                </a:lnTo>
                <a:close/>
                <a:moveTo>
                  <a:pt x="3816095" y="1"/>
                </a:moveTo>
                <a:lnTo>
                  <a:pt x="3823906" y="1"/>
                </a:lnTo>
                <a:lnTo>
                  <a:pt x="3202749" y="856299"/>
                </a:lnTo>
                <a:lnTo>
                  <a:pt x="7196201" y="4732145"/>
                </a:lnTo>
                <a:lnTo>
                  <a:pt x="7192835" y="4734304"/>
                </a:lnTo>
                <a:lnTo>
                  <a:pt x="3932808" y="6857998"/>
                </a:lnTo>
                <a:lnTo>
                  <a:pt x="3921188" y="6857998"/>
                </a:lnTo>
                <a:lnTo>
                  <a:pt x="7186040" y="4731129"/>
                </a:lnTo>
                <a:lnTo>
                  <a:pt x="3194367" y="857061"/>
                </a:lnTo>
                <a:lnTo>
                  <a:pt x="3195955" y="854838"/>
                </a:lnTo>
                <a:close/>
                <a:moveTo>
                  <a:pt x="4203065" y="1"/>
                </a:moveTo>
                <a:lnTo>
                  <a:pt x="4210875" y="1"/>
                </a:lnTo>
                <a:lnTo>
                  <a:pt x="3601846" y="855028"/>
                </a:lnTo>
                <a:lnTo>
                  <a:pt x="7278496" y="4773230"/>
                </a:lnTo>
                <a:lnTo>
                  <a:pt x="7275448" y="4775325"/>
                </a:lnTo>
                <a:lnTo>
                  <a:pt x="4224590" y="6857998"/>
                </a:lnTo>
                <a:lnTo>
                  <a:pt x="4213352" y="6857998"/>
                </a:lnTo>
                <a:lnTo>
                  <a:pt x="7268844" y="4772214"/>
                </a:lnTo>
                <a:lnTo>
                  <a:pt x="3593718" y="855537"/>
                </a:lnTo>
                <a:lnTo>
                  <a:pt x="3595178" y="853441"/>
                </a:lnTo>
                <a:close/>
                <a:moveTo>
                  <a:pt x="4589652" y="1"/>
                </a:moveTo>
                <a:lnTo>
                  <a:pt x="4597399" y="1"/>
                </a:lnTo>
                <a:lnTo>
                  <a:pt x="4001007" y="853695"/>
                </a:lnTo>
                <a:lnTo>
                  <a:pt x="7360919" y="4814314"/>
                </a:lnTo>
                <a:lnTo>
                  <a:pt x="7358126" y="4816346"/>
                </a:lnTo>
                <a:lnTo>
                  <a:pt x="4502657" y="6857998"/>
                </a:lnTo>
                <a:lnTo>
                  <a:pt x="4491735" y="6857998"/>
                </a:lnTo>
                <a:lnTo>
                  <a:pt x="7351648" y="4813171"/>
                </a:lnTo>
                <a:lnTo>
                  <a:pt x="3993006" y="854076"/>
                </a:lnTo>
                <a:close/>
                <a:moveTo>
                  <a:pt x="4975796" y="1"/>
                </a:moveTo>
                <a:lnTo>
                  <a:pt x="4983543" y="1"/>
                </a:lnTo>
                <a:lnTo>
                  <a:pt x="4400105" y="852424"/>
                </a:lnTo>
                <a:lnTo>
                  <a:pt x="7443279" y="4855399"/>
                </a:lnTo>
                <a:lnTo>
                  <a:pt x="7440740" y="4857304"/>
                </a:lnTo>
                <a:lnTo>
                  <a:pt x="4768151" y="6857998"/>
                </a:lnTo>
                <a:lnTo>
                  <a:pt x="4757610" y="6857998"/>
                </a:lnTo>
                <a:lnTo>
                  <a:pt x="7434390" y="4854129"/>
                </a:lnTo>
                <a:lnTo>
                  <a:pt x="4392231" y="852615"/>
                </a:lnTo>
                <a:lnTo>
                  <a:pt x="4393565" y="850773"/>
                </a:lnTo>
                <a:close/>
                <a:moveTo>
                  <a:pt x="5361558" y="1"/>
                </a:moveTo>
                <a:lnTo>
                  <a:pt x="5369241" y="1"/>
                </a:lnTo>
                <a:lnTo>
                  <a:pt x="4799202" y="851154"/>
                </a:lnTo>
                <a:lnTo>
                  <a:pt x="7525638" y="4896547"/>
                </a:lnTo>
                <a:lnTo>
                  <a:pt x="7523352" y="4898325"/>
                </a:lnTo>
                <a:lnTo>
                  <a:pt x="5022214" y="6857998"/>
                </a:lnTo>
                <a:lnTo>
                  <a:pt x="5011927" y="6857998"/>
                </a:lnTo>
                <a:lnTo>
                  <a:pt x="7517129" y="4895150"/>
                </a:lnTo>
                <a:lnTo>
                  <a:pt x="4791582" y="851154"/>
                </a:lnTo>
                <a:lnTo>
                  <a:pt x="4792725" y="849376"/>
                </a:lnTo>
                <a:close/>
                <a:moveTo>
                  <a:pt x="5746939" y="0"/>
                </a:moveTo>
                <a:lnTo>
                  <a:pt x="5754496" y="0"/>
                </a:lnTo>
                <a:lnTo>
                  <a:pt x="5198363" y="849821"/>
                </a:lnTo>
                <a:lnTo>
                  <a:pt x="7608061" y="4937631"/>
                </a:lnTo>
                <a:lnTo>
                  <a:pt x="7605965" y="4939346"/>
                </a:lnTo>
                <a:lnTo>
                  <a:pt x="5265483" y="6857998"/>
                </a:lnTo>
                <a:lnTo>
                  <a:pt x="5255450" y="6857998"/>
                </a:lnTo>
                <a:lnTo>
                  <a:pt x="7599806" y="4936107"/>
                </a:lnTo>
                <a:lnTo>
                  <a:pt x="5190870" y="849694"/>
                </a:lnTo>
                <a:lnTo>
                  <a:pt x="5191950" y="848043"/>
                </a:lnTo>
                <a:close/>
                <a:moveTo>
                  <a:pt x="6131750" y="0"/>
                </a:moveTo>
                <a:lnTo>
                  <a:pt x="6139307" y="0"/>
                </a:lnTo>
                <a:lnTo>
                  <a:pt x="5597525" y="848551"/>
                </a:lnTo>
                <a:lnTo>
                  <a:pt x="7690485" y="4978652"/>
                </a:lnTo>
                <a:lnTo>
                  <a:pt x="7688579" y="4980303"/>
                </a:lnTo>
                <a:lnTo>
                  <a:pt x="5498973" y="6857998"/>
                </a:lnTo>
                <a:lnTo>
                  <a:pt x="5489257" y="6857998"/>
                </a:lnTo>
                <a:lnTo>
                  <a:pt x="7682611" y="4977128"/>
                </a:lnTo>
                <a:lnTo>
                  <a:pt x="5590159" y="848170"/>
                </a:lnTo>
                <a:lnTo>
                  <a:pt x="5591175" y="846646"/>
                </a:lnTo>
                <a:close/>
                <a:moveTo>
                  <a:pt x="6515989" y="0"/>
                </a:moveTo>
                <a:lnTo>
                  <a:pt x="6523481" y="0"/>
                </a:lnTo>
                <a:lnTo>
                  <a:pt x="5996558" y="847217"/>
                </a:lnTo>
                <a:lnTo>
                  <a:pt x="7772907" y="5019800"/>
                </a:lnTo>
                <a:lnTo>
                  <a:pt x="7771193" y="5021324"/>
                </a:lnTo>
                <a:lnTo>
                  <a:pt x="5723254" y="6857998"/>
                </a:lnTo>
                <a:lnTo>
                  <a:pt x="5713729" y="6857998"/>
                </a:lnTo>
                <a:lnTo>
                  <a:pt x="7765288" y="5018149"/>
                </a:lnTo>
                <a:lnTo>
                  <a:pt x="5989446" y="846709"/>
                </a:lnTo>
                <a:lnTo>
                  <a:pt x="5990272" y="845312"/>
                </a:lnTo>
                <a:close/>
                <a:moveTo>
                  <a:pt x="6899846" y="0"/>
                </a:moveTo>
                <a:lnTo>
                  <a:pt x="6907212" y="0"/>
                </a:lnTo>
                <a:lnTo>
                  <a:pt x="6395720" y="845947"/>
                </a:lnTo>
                <a:lnTo>
                  <a:pt x="7855331" y="5060885"/>
                </a:lnTo>
                <a:lnTo>
                  <a:pt x="7853807" y="5062282"/>
                </a:lnTo>
                <a:lnTo>
                  <a:pt x="5939027" y="6857998"/>
                </a:lnTo>
                <a:lnTo>
                  <a:pt x="5929693" y="6857998"/>
                </a:lnTo>
                <a:lnTo>
                  <a:pt x="7847965" y="5059107"/>
                </a:lnTo>
                <a:lnTo>
                  <a:pt x="6388735" y="845185"/>
                </a:lnTo>
                <a:lnTo>
                  <a:pt x="6389497" y="843915"/>
                </a:lnTo>
                <a:close/>
                <a:moveTo>
                  <a:pt x="7283069" y="0"/>
                </a:moveTo>
                <a:lnTo>
                  <a:pt x="7290435" y="0"/>
                </a:lnTo>
                <a:lnTo>
                  <a:pt x="6794880" y="844677"/>
                </a:lnTo>
                <a:lnTo>
                  <a:pt x="7937753" y="5101969"/>
                </a:lnTo>
                <a:lnTo>
                  <a:pt x="7936420" y="5103303"/>
                </a:lnTo>
                <a:lnTo>
                  <a:pt x="6146800" y="6857998"/>
                </a:lnTo>
                <a:lnTo>
                  <a:pt x="6137719" y="6857998"/>
                </a:lnTo>
                <a:lnTo>
                  <a:pt x="7930641" y="5100064"/>
                </a:lnTo>
                <a:lnTo>
                  <a:pt x="6788023" y="843788"/>
                </a:lnTo>
                <a:lnTo>
                  <a:pt x="6788721" y="842645"/>
                </a:lnTo>
                <a:close/>
                <a:moveTo>
                  <a:pt x="7665593" y="0"/>
                </a:moveTo>
                <a:lnTo>
                  <a:pt x="7672895" y="0"/>
                </a:lnTo>
                <a:lnTo>
                  <a:pt x="7193978" y="843407"/>
                </a:lnTo>
                <a:lnTo>
                  <a:pt x="8020240" y="5143117"/>
                </a:lnTo>
                <a:lnTo>
                  <a:pt x="8019097" y="5144324"/>
                </a:lnTo>
                <a:lnTo>
                  <a:pt x="6347269" y="6857998"/>
                </a:lnTo>
                <a:lnTo>
                  <a:pt x="6338379" y="6857998"/>
                </a:lnTo>
                <a:lnTo>
                  <a:pt x="8013382" y="5141085"/>
                </a:lnTo>
                <a:lnTo>
                  <a:pt x="7187247" y="842264"/>
                </a:lnTo>
                <a:lnTo>
                  <a:pt x="7187882" y="841248"/>
                </a:lnTo>
                <a:close/>
                <a:moveTo>
                  <a:pt x="8047545" y="0"/>
                </a:moveTo>
                <a:lnTo>
                  <a:pt x="8054784" y="0"/>
                </a:lnTo>
                <a:lnTo>
                  <a:pt x="7593139" y="842074"/>
                </a:lnTo>
                <a:lnTo>
                  <a:pt x="8102663" y="5184202"/>
                </a:lnTo>
                <a:lnTo>
                  <a:pt x="8101710" y="5185281"/>
                </a:lnTo>
                <a:lnTo>
                  <a:pt x="6540816" y="6857998"/>
                </a:lnTo>
                <a:lnTo>
                  <a:pt x="6532117" y="6857998"/>
                </a:lnTo>
                <a:lnTo>
                  <a:pt x="8096059" y="5182043"/>
                </a:lnTo>
                <a:lnTo>
                  <a:pt x="7586535" y="840804"/>
                </a:lnTo>
                <a:lnTo>
                  <a:pt x="7587043" y="839915"/>
                </a:lnTo>
                <a:close/>
                <a:moveTo>
                  <a:pt x="8428799" y="0"/>
                </a:moveTo>
                <a:lnTo>
                  <a:pt x="8436038" y="0"/>
                </a:lnTo>
                <a:lnTo>
                  <a:pt x="7992300" y="840740"/>
                </a:lnTo>
                <a:lnTo>
                  <a:pt x="8185150" y="5225286"/>
                </a:lnTo>
                <a:lnTo>
                  <a:pt x="8184261" y="5226239"/>
                </a:lnTo>
                <a:lnTo>
                  <a:pt x="6727825" y="6857998"/>
                </a:lnTo>
                <a:lnTo>
                  <a:pt x="6719315" y="6857998"/>
                </a:lnTo>
                <a:lnTo>
                  <a:pt x="8178672" y="5223000"/>
                </a:lnTo>
                <a:lnTo>
                  <a:pt x="7985887" y="839343"/>
                </a:lnTo>
                <a:lnTo>
                  <a:pt x="7986267" y="838581"/>
                </a:lnTo>
                <a:close/>
                <a:moveTo>
                  <a:pt x="8809354" y="0"/>
                </a:moveTo>
                <a:lnTo>
                  <a:pt x="8816466" y="0"/>
                </a:lnTo>
                <a:lnTo>
                  <a:pt x="8391461" y="839469"/>
                </a:lnTo>
                <a:lnTo>
                  <a:pt x="8267636" y="5266434"/>
                </a:lnTo>
                <a:lnTo>
                  <a:pt x="8266874" y="5267260"/>
                </a:lnTo>
                <a:lnTo>
                  <a:pt x="6908863" y="6857998"/>
                </a:lnTo>
                <a:lnTo>
                  <a:pt x="6900544" y="6857998"/>
                </a:lnTo>
                <a:lnTo>
                  <a:pt x="8261349" y="5264021"/>
                </a:lnTo>
                <a:lnTo>
                  <a:pt x="8385111" y="837818"/>
                </a:lnTo>
                <a:lnTo>
                  <a:pt x="8385428" y="837183"/>
                </a:lnTo>
                <a:close/>
                <a:moveTo>
                  <a:pt x="9189021" y="0"/>
                </a:moveTo>
                <a:lnTo>
                  <a:pt x="9196070" y="0"/>
                </a:lnTo>
                <a:lnTo>
                  <a:pt x="8790559" y="838136"/>
                </a:lnTo>
                <a:lnTo>
                  <a:pt x="8350123" y="5307519"/>
                </a:lnTo>
                <a:lnTo>
                  <a:pt x="8349551" y="5308281"/>
                </a:lnTo>
                <a:lnTo>
                  <a:pt x="7084187" y="6857998"/>
                </a:lnTo>
                <a:lnTo>
                  <a:pt x="7075995" y="6857998"/>
                </a:lnTo>
                <a:lnTo>
                  <a:pt x="8344027" y="5304979"/>
                </a:lnTo>
                <a:lnTo>
                  <a:pt x="8784336" y="836358"/>
                </a:lnTo>
                <a:lnTo>
                  <a:pt x="8784590" y="835850"/>
                </a:lnTo>
                <a:close/>
              </a:path>
            </a:pathLst>
          </a:custGeom>
          <a:gradFill>
            <a:gsLst>
              <a:gs pos="0">
                <a:srgbClr val="00EB92"/>
              </a:gs>
              <a:gs pos="11000">
                <a:srgbClr val="00BFB0"/>
              </a:gs>
              <a:gs pos="21000">
                <a:srgbClr val="009EC6"/>
              </a:gs>
              <a:gs pos="32000">
                <a:srgbClr val="0084D9"/>
              </a:gs>
              <a:gs pos="44000">
                <a:srgbClr val="006FE7"/>
              </a:gs>
              <a:gs pos="58000">
                <a:srgbClr val="0061F1"/>
              </a:gs>
              <a:gs pos="74000">
                <a:srgbClr val="0058F7"/>
              </a:gs>
              <a:gs pos="100000">
                <a:srgbClr val="0056F9"/>
              </a:gs>
            </a:gsLst>
            <a:lin ang="1801379" scaled="0"/>
          </a:gradFill>
          <a:ln>
            <a:noFill/>
          </a:ln>
        </p:spPr>
        <p:txBody>
          <a:bodyPr spcFirstLastPara="1" wrap="square" lIns="101750" tIns="50875" rIns="101750" bIns="50875" anchor="ctr" anchorCtr="0">
            <a:noAutofit/>
          </a:bodyPr>
          <a:lstStyle/>
          <a:p>
            <a:pPr marL="0" marR="0" lvl="0" indent="0" algn="l" rtl="0">
              <a:spcBef>
                <a:spcPts val="0"/>
              </a:spcBef>
              <a:spcAft>
                <a:spcPts val="0"/>
              </a:spcAft>
              <a:buNone/>
            </a:pPr>
            <a:endParaRPr sz="2003">
              <a:solidFill>
                <a:srgbClr val="000000"/>
              </a:solidFill>
              <a:latin typeface="Arial"/>
              <a:ea typeface="Arial"/>
              <a:cs typeface="Arial"/>
              <a:sym typeface="Arial"/>
            </a:endParaRPr>
          </a:p>
        </p:txBody>
      </p:sp>
      <p:grpSp>
        <p:nvGrpSpPr>
          <p:cNvPr id="75" name="Google Shape;75;p15"/>
          <p:cNvGrpSpPr/>
          <p:nvPr/>
        </p:nvGrpSpPr>
        <p:grpSpPr>
          <a:xfrm>
            <a:off x="685830" y="628681"/>
            <a:ext cx="2543632" cy="455250"/>
            <a:chOff x="672963" y="636069"/>
            <a:chExt cx="2930789" cy="524542"/>
          </a:xfrm>
        </p:grpSpPr>
        <p:sp>
          <p:nvSpPr>
            <p:cNvPr id="76" name="Google Shape;76;p15"/>
            <p:cNvSpPr/>
            <p:nvPr/>
          </p:nvSpPr>
          <p:spPr>
            <a:xfrm>
              <a:off x="775795" y="738711"/>
              <a:ext cx="318296" cy="318897"/>
            </a:xfrm>
            <a:custGeom>
              <a:avLst/>
              <a:gdLst/>
              <a:ahLst/>
              <a:cxnLst/>
              <a:rect l="l" t="t" r="r" b="b"/>
              <a:pathLst>
                <a:path w="318296" h="318897" extrusionOk="0">
                  <a:moveTo>
                    <a:pt x="290735" y="151727"/>
                  </a:moveTo>
                  <a:cubicBezTo>
                    <a:pt x="286325" y="151546"/>
                    <a:pt x="281911" y="151327"/>
                    <a:pt x="277460" y="151108"/>
                  </a:cubicBezTo>
                  <a:lnTo>
                    <a:pt x="237709" y="150019"/>
                  </a:lnTo>
                  <a:cubicBezTo>
                    <a:pt x="217926" y="149438"/>
                    <a:pt x="196802" y="149111"/>
                    <a:pt x="169348" y="148930"/>
                  </a:cubicBezTo>
                  <a:cubicBezTo>
                    <a:pt x="169348" y="128508"/>
                    <a:pt x="169240" y="104531"/>
                    <a:pt x="168554" y="80369"/>
                  </a:cubicBezTo>
                  <a:lnTo>
                    <a:pt x="167469" y="40729"/>
                  </a:lnTo>
                  <a:cubicBezTo>
                    <a:pt x="167249" y="36297"/>
                    <a:pt x="167034" y="31864"/>
                    <a:pt x="166853" y="27429"/>
                  </a:cubicBezTo>
                  <a:cubicBezTo>
                    <a:pt x="166456" y="18491"/>
                    <a:pt x="166059" y="9735"/>
                    <a:pt x="165478" y="1089"/>
                  </a:cubicBezTo>
                  <a:lnTo>
                    <a:pt x="165405" y="0"/>
                  </a:lnTo>
                  <a:lnTo>
                    <a:pt x="152133" y="0"/>
                  </a:lnTo>
                  <a:lnTo>
                    <a:pt x="152060" y="1089"/>
                  </a:lnTo>
                  <a:cubicBezTo>
                    <a:pt x="151409" y="9992"/>
                    <a:pt x="151009" y="19002"/>
                    <a:pt x="150685" y="27429"/>
                  </a:cubicBezTo>
                  <a:cubicBezTo>
                    <a:pt x="150504" y="31864"/>
                    <a:pt x="150289" y="36297"/>
                    <a:pt x="150070" y="40729"/>
                  </a:cubicBezTo>
                  <a:lnTo>
                    <a:pt x="148841" y="80404"/>
                  </a:lnTo>
                  <a:cubicBezTo>
                    <a:pt x="148622" y="89414"/>
                    <a:pt x="148479" y="98498"/>
                    <a:pt x="148371" y="107544"/>
                  </a:cubicBezTo>
                  <a:lnTo>
                    <a:pt x="146777" y="103876"/>
                  </a:lnTo>
                  <a:cubicBezTo>
                    <a:pt x="143812" y="96936"/>
                    <a:pt x="140773" y="89779"/>
                    <a:pt x="137554" y="82658"/>
                  </a:cubicBezTo>
                  <a:lnTo>
                    <a:pt x="121460" y="46542"/>
                  </a:lnTo>
                  <a:cubicBezTo>
                    <a:pt x="120085" y="43672"/>
                    <a:pt x="118748" y="40764"/>
                    <a:pt x="117373" y="37894"/>
                  </a:cubicBezTo>
                  <a:lnTo>
                    <a:pt x="114986" y="32772"/>
                  </a:lnTo>
                  <a:cubicBezTo>
                    <a:pt x="112163" y="26667"/>
                    <a:pt x="108401" y="18675"/>
                    <a:pt x="104569" y="10716"/>
                  </a:cubicBezTo>
                  <a:lnTo>
                    <a:pt x="104099" y="9700"/>
                  </a:lnTo>
                  <a:lnTo>
                    <a:pt x="91764" y="14894"/>
                  </a:lnTo>
                  <a:lnTo>
                    <a:pt x="92126" y="15948"/>
                  </a:lnTo>
                  <a:cubicBezTo>
                    <a:pt x="95056" y="24705"/>
                    <a:pt x="98276" y="33534"/>
                    <a:pt x="101349" y="42072"/>
                  </a:cubicBezTo>
                  <a:lnTo>
                    <a:pt x="101492" y="42507"/>
                  </a:lnTo>
                  <a:cubicBezTo>
                    <a:pt x="102797" y="46069"/>
                    <a:pt x="104099" y="49667"/>
                    <a:pt x="105400" y="53299"/>
                  </a:cubicBezTo>
                  <a:lnTo>
                    <a:pt x="119469" y="90322"/>
                  </a:lnTo>
                  <a:cubicBezTo>
                    <a:pt x="122472" y="98063"/>
                    <a:pt x="125654" y="106166"/>
                    <a:pt x="129416" y="115465"/>
                  </a:cubicBezTo>
                  <a:cubicBezTo>
                    <a:pt x="126632" y="112741"/>
                    <a:pt x="123809" y="109979"/>
                    <a:pt x="120990" y="107255"/>
                  </a:cubicBezTo>
                  <a:cubicBezTo>
                    <a:pt x="117373" y="103730"/>
                    <a:pt x="113719" y="100168"/>
                    <a:pt x="110103" y="96609"/>
                  </a:cubicBezTo>
                  <a:lnTo>
                    <a:pt x="81420" y="69323"/>
                  </a:lnTo>
                  <a:cubicBezTo>
                    <a:pt x="78127" y="66342"/>
                    <a:pt x="74873" y="63363"/>
                    <a:pt x="71619" y="60347"/>
                  </a:cubicBezTo>
                  <a:cubicBezTo>
                    <a:pt x="64418" y="53737"/>
                    <a:pt x="58414" y="48250"/>
                    <a:pt x="52048" y="42726"/>
                  </a:cubicBezTo>
                  <a:lnTo>
                    <a:pt x="51216" y="41999"/>
                  </a:lnTo>
                  <a:lnTo>
                    <a:pt x="41812" y="51410"/>
                  </a:lnTo>
                  <a:lnTo>
                    <a:pt x="42535" y="52245"/>
                  </a:lnTo>
                  <a:cubicBezTo>
                    <a:pt x="47419" y="57915"/>
                    <a:pt x="52448" y="63402"/>
                    <a:pt x="58017" y="69504"/>
                  </a:cubicBezTo>
                  <a:cubicBezTo>
                    <a:pt x="61706" y="73536"/>
                    <a:pt x="65395" y="77607"/>
                    <a:pt x="69085" y="81750"/>
                  </a:cubicBezTo>
                  <a:lnTo>
                    <a:pt x="96285" y="110525"/>
                  </a:lnTo>
                  <a:cubicBezTo>
                    <a:pt x="103518" y="118154"/>
                    <a:pt x="109414" y="124295"/>
                    <a:pt x="114913" y="129816"/>
                  </a:cubicBezTo>
                  <a:lnTo>
                    <a:pt x="112814" y="128981"/>
                  </a:lnTo>
                  <a:cubicBezTo>
                    <a:pt x="105219" y="125930"/>
                    <a:pt x="97622" y="122879"/>
                    <a:pt x="89992" y="119898"/>
                  </a:cubicBezTo>
                  <a:lnTo>
                    <a:pt x="52991" y="105874"/>
                  </a:lnTo>
                  <a:lnTo>
                    <a:pt x="42101" y="101914"/>
                  </a:lnTo>
                  <a:cubicBezTo>
                    <a:pt x="33493" y="98790"/>
                    <a:pt x="24597" y="95555"/>
                    <a:pt x="15770" y="92577"/>
                  </a:cubicBezTo>
                  <a:lnTo>
                    <a:pt x="14722" y="92212"/>
                  </a:lnTo>
                  <a:lnTo>
                    <a:pt x="9550" y="104565"/>
                  </a:lnTo>
                  <a:lnTo>
                    <a:pt x="10525" y="105073"/>
                  </a:lnTo>
                  <a:cubicBezTo>
                    <a:pt x="17580" y="108671"/>
                    <a:pt x="24886" y="112049"/>
                    <a:pt x="31937" y="115319"/>
                  </a:cubicBezTo>
                  <a:lnTo>
                    <a:pt x="33096" y="115865"/>
                  </a:lnTo>
                  <a:cubicBezTo>
                    <a:pt x="36243" y="117319"/>
                    <a:pt x="39389" y="118808"/>
                    <a:pt x="42535" y="120263"/>
                  </a:cubicBezTo>
                  <a:lnTo>
                    <a:pt x="82360" y="138173"/>
                  </a:lnTo>
                  <a:cubicBezTo>
                    <a:pt x="89557" y="141443"/>
                    <a:pt x="96755" y="144532"/>
                    <a:pt x="103518" y="147437"/>
                  </a:cubicBezTo>
                  <a:lnTo>
                    <a:pt x="107172" y="149003"/>
                  </a:lnTo>
                  <a:cubicBezTo>
                    <a:pt x="98165" y="149111"/>
                    <a:pt x="89087" y="149257"/>
                    <a:pt x="80118" y="149473"/>
                  </a:cubicBezTo>
                  <a:lnTo>
                    <a:pt x="40583" y="150565"/>
                  </a:lnTo>
                  <a:cubicBezTo>
                    <a:pt x="36170" y="150781"/>
                    <a:pt x="31756" y="151000"/>
                    <a:pt x="27343" y="151181"/>
                  </a:cubicBezTo>
                  <a:cubicBezTo>
                    <a:pt x="18050" y="151581"/>
                    <a:pt x="9658" y="151981"/>
                    <a:pt x="1086" y="152562"/>
                  </a:cubicBezTo>
                  <a:lnTo>
                    <a:pt x="0" y="152635"/>
                  </a:lnTo>
                  <a:lnTo>
                    <a:pt x="0" y="166005"/>
                  </a:lnTo>
                  <a:lnTo>
                    <a:pt x="1086" y="166078"/>
                  </a:lnTo>
                  <a:cubicBezTo>
                    <a:pt x="9909" y="166732"/>
                    <a:pt x="18917" y="167094"/>
                    <a:pt x="27343" y="167459"/>
                  </a:cubicBezTo>
                  <a:cubicBezTo>
                    <a:pt x="31756" y="167640"/>
                    <a:pt x="36170" y="167859"/>
                    <a:pt x="40618" y="168075"/>
                  </a:cubicBezTo>
                  <a:lnTo>
                    <a:pt x="80118" y="169167"/>
                  </a:lnTo>
                  <a:cubicBezTo>
                    <a:pt x="99397" y="169748"/>
                    <a:pt x="119037" y="169821"/>
                    <a:pt x="138062" y="169929"/>
                  </a:cubicBezTo>
                  <a:lnTo>
                    <a:pt x="148444" y="169929"/>
                  </a:lnTo>
                  <a:cubicBezTo>
                    <a:pt x="148587" y="192421"/>
                    <a:pt x="148733" y="215671"/>
                    <a:pt x="149527" y="238525"/>
                  </a:cubicBezTo>
                  <a:lnTo>
                    <a:pt x="150759" y="278165"/>
                  </a:lnTo>
                  <a:cubicBezTo>
                    <a:pt x="150974" y="282597"/>
                    <a:pt x="151190" y="287033"/>
                    <a:pt x="151371" y="291465"/>
                  </a:cubicBezTo>
                  <a:cubicBezTo>
                    <a:pt x="151771" y="300838"/>
                    <a:pt x="152168" y="309302"/>
                    <a:pt x="152746" y="317805"/>
                  </a:cubicBezTo>
                  <a:lnTo>
                    <a:pt x="152819" y="318897"/>
                  </a:lnTo>
                  <a:lnTo>
                    <a:pt x="165154" y="318897"/>
                  </a:lnTo>
                  <a:lnTo>
                    <a:pt x="165224" y="317805"/>
                  </a:lnTo>
                  <a:cubicBezTo>
                    <a:pt x="165878" y="309013"/>
                    <a:pt x="166237" y="300330"/>
                    <a:pt x="166599" y="291465"/>
                  </a:cubicBezTo>
                  <a:cubicBezTo>
                    <a:pt x="166780" y="287033"/>
                    <a:pt x="166999" y="282597"/>
                    <a:pt x="167215" y="278165"/>
                  </a:cubicBezTo>
                  <a:lnTo>
                    <a:pt x="168443" y="238563"/>
                  </a:lnTo>
                  <a:cubicBezTo>
                    <a:pt x="168770" y="229372"/>
                    <a:pt x="168913" y="219961"/>
                    <a:pt x="169059" y="210585"/>
                  </a:cubicBezTo>
                  <a:lnTo>
                    <a:pt x="169783" y="212293"/>
                  </a:lnTo>
                  <a:cubicBezTo>
                    <a:pt x="173145" y="220034"/>
                    <a:pt x="176584" y="228063"/>
                    <a:pt x="180235" y="236166"/>
                  </a:cubicBezTo>
                  <a:lnTo>
                    <a:pt x="196475" y="272279"/>
                  </a:lnTo>
                  <a:cubicBezTo>
                    <a:pt x="198358" y="276241"/>
                    <a:pt x="200238" y="280238"/>
                    <a:pt x="202082" y="284232"/>
                  </a:cubicBezTo>
                  <a:cubicBezTo>
                    <a:pt x="206061" y="292808"/>
                    <a:pt x="209677" y="300511"/>
                    <a:pt x="213512" y="308105"/>
                  </a:cubicBezTo>
                  <a:lnTo>
                    <a:pt x="214020" y="309086"/>
                  </a:lnTo>
                  <a:lnTo>
                    <a:pt x="225377" y="304289"/>
                  </a:lnTo>
                  <a:lnTo>
                    <a:pt x="225015" y="303235"/>
                  </a:lnTo>
                  <a:cubicBezTo>
                    <a:pt x="222590" y="295970"/>
                    <a:pt x="219986" y="288630"/>
                    <a:pt x="217491" y="281581"/>
                  </a:cubicBezTo>
                  <a:lnTo>
                    <a:pt x="215792" y="276749"/>
                  </a:lnTo>
                  <a:cubicBezTo>
                    <a:pt x="214490" y="273117"/>
                    <a:pt x="213189" y="269446"/>
                    <a:pt x="211922" y="265741"/>
                  </a:cubicBezTo>
                  <a:lnTo>
                    <a:pt x="197996" y="228717"/>
                  </a:lnTo>
                  <a:cubicBezTo>
                    <a:pt x="194450" y="219269"/>
                    <a:pt x="191122" y="210696"/>
                    <a:pt x="187903" y="202667"/>
                  </a:cubicBezTo>
                  <a:lnTo>
                    <a:pt x="190109" y="204810"/>
                  </a:lnTo>
                  <a:cubicBezTo>
                    <a:pt x="195932" y="210477"/>
                    <a:pt x="201975" y="216326"/>
                    <a:pt x="207978" y="221958"/>
                  </a:cubicBezTo>
                  <a:lnTo>
                    <a:pt x="236842" y="249098"/>
                  </a:lnTo>
                  <a:cubicBezTo>
                    <a:pt x="239773" y="251752"/>
                    <a:pt x="242703" y="254441"/>
                    <a:pt x="245631" y="257131"/>
                  </a:cubicBezTo>
                  <a:cubicBezTo>
                    <a:pt x="251708" y="262725"/>
                    <a:pt x="258905" y="269265"/>
                    <a:pt x="266249" y="275587"/>
                  </a:cubicBezTo>
                  <a:lnTo>
                    <a:pt x="267081" y="276276"/>
                  </a:lnTo>
                  <a:lnTo>
                    <a:pt x="275796" y="267557"/>
                  </a:lnTo>
                  <a:lnTo>
                    <a:pt x="275076" y="266722"/>
                  </a:lnTo>
                  <a:cubicBezTo>
                    <a:pt x="269180" y="259890"/>
                    <a:pt x="263065" y="253133"/>
                    <a:pt x="257169" y="246628"/>
                  </a:cubicBezTo>
                  <a:lnTo>
                    <a:pt x="256302" y="245647"/>
                  </a:lnTo>
                  <a:cubicBezTo>
                    <a:pt x="253771" y="242888"/>
                    <a:pt x="251238" y="240090"/>
                    <a:pt x="248707" y="237255"/>
                  </a:cubicBezTo>
                  <a:lnTo>
                    <a:pt x="221650" y="208334"/>
                  </a:lnTo>
                  <a:cubicBezTo>
                    <a:pt x="215792" y="202048"/>
                    <a:pt x="209642" y="195688"/>
                    <a:pt x="204362" y="190205"/>
                  </a:cubicBezTo>
                  <a:lnTo>
                    <a:pt x="202298" y="188058"/>
                  </a:lnTo>
                  <a:cubicBezTo>
                    <a:pt x="204435" y="188897"/>
                    <a:pt x="206569" y="189767"/>
                    <a:pt x="208702" y="190602"/>
                  </a:cubicBezTo>
                  <a:cubicBezTo>
                    <a:pt x="215249" y="193218"/>
                    <a:pt x="221796" y="195799"/>
                    <a:pt x="228378" y="198304"/>
                  </a:cubicBezTo>
                  <a:lnTo>
                    <a:pt x="265344" y="212293"/>
                  </a:lnTo>
                  <a:cubicBezTo>
                    <a:pt x="269938" y="213893"/>
                    <a:pt x="274533" y="215563"/>
                    <a:pt x="279054" y="217199"/>
                  </a:cubicBezTo>
                  <a:cubicBezTo>
                    <a:pt x="287734" y="220361"/>
                    <a:pt x="295005" y="222977"/>
                    <a:pt x="302635" y="225482"/>
                  </a:cubicBezTo>
                  <a:lnTo>
                    <a:pt x="303647" y="225809"/>
                  </a:lnTo>
                  <a:lnTo>
                    <a:pt x="308423" y="214436"/>
                  </a:lnTo>
                  <a:lnTo>
                    <a:pt x="307448" y="213928"/>
                  </a:lnTo>
                  <a:cubicBezTo>
                    <a:pt x="299923" y="210115"/>
                    <a:pt x="292183" y="206480"/>
                    <a:pt x="284696" y="202956"/>
                  </a:cubicBezTo>
                  <a:lnTo>
                    <a:pt x="283648" y="202448"/>
                  </a:lnTo>
                  <a:cubicBezTo>
                    <a:pt x="279667" y="200631"/>
                    <a:pt x="275688" y="198742"/>
                    <a:pt x="271710" y="196815"/>
                  </a:cubicBezTo>
                  <a:lnTo>
                    <a:pt x="235830" y="180648"/>
                  </a:lnTo>
                  <a:cubicBezTo>
                    <a:pt x="228089" y="177124"/>
                    <a:pt x="219913" y="173526"/>
                    <a:pt x="210366" y="169421"/>
                  </a:cubicBezTo>
                  <a:cubicBezTo>
                    <a:pt x="219589" y="169310"/>
                    <a:pt x="228994" y="169167"/>
                    <a:pt x="238217" y="168802"/>
                  </a:cubicBezTo>
                  <a:lnTo>
                    <a:pt x="277714" y="167567"/>
                  </a:lnTo>
                  <a:cubicBezTo>
                    <a:pt x="281946" y="167351"/>
                    <a:pt x="286179" y="167167"/>
                    <a:pt x="290411" y="166986"/>
                  </a:cubicBezTo>
                  <a:lnTo>
                    <a:pt x="290954" y="166986"/>
                  </a:lnTo>
                  <a:cubicBezTo>
                    <a:pt x="299850" y="166586"/>
                    <a:pt x="308569" y="166186"/>
                    <a:pt x="317211" y="165570"/>
                  </a:cubicBezTo>
                  <a:lnTo>
                    <a:pt x="318297" y="165497"/>
                  </a:lnTo>
                  <a:lnTo>
                    <a:pt x="318297" y="153108"/>
                  </a:lnTo>
                  <a:lnTo>
                    <a:pt x="317211" y="153035"/>
                  </a:lnTo>
                  <a:cubicBezTo>
                    <a:pt x="308280" y="152381"/>
                    <a:pt x="299345" y="151981"/>
                    <a:pt x="290954" y="151654"/>
                  </a:cubicBezTo>
                  <a:lnTo>
                    <a:pt x="290735" y="151727"/>
                  </a:lnTo>
                  <a:close/>
                </a:path>
              </a:pathLst>
            </a:custGeom>
            <a:solidFill>
              <a:srgbClr val="FFFFFF"/>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Arial"/>
                <a:ea typeface="Arial"/>
                <a:cs typeface="Arial"/>
                <a:sym typeface="Arial"/>
              </a:endParaRPr>
            </a:p>
          </p:txBody>
        </p:sp>
        <p:sp>
          <p:nvSpPr>
            <p:cNvPr id="77" name="Google Shape;77;p15"/>
            <p:cNvSpPr/>
            <p:nvPr/>
          </p:nvSpPr>
          <p:spPr>
            <a:xfrm>
              <a:off x="672963" y="636069"/>
              <a:ext cx="522980" cy="524542"/>
            </a:xfrm>
            <a:custGeom>
              <a:avLst/>
              <a:gdLst/>
              <a:ahLst/>
              <a:cxnLst/>
              <a:rect l="l" t="t" r="r" b="b"/>
              <a:pathLst>
                <a:path w="522980" h="524542" extrusionOk="0">
                  <a:moveTo>
                    <a:pt x="446376" y="76842"/>
                  </a:moveTo>
                  <a:cubicBezTo>
                    <a:pt x="409699" y="40037"/>
                    <a:pt x="363401" y="15221"/>
                    <a:pt x="312509" y="5084"/>
                  </a:cubicBezTo>
                  <a:cubicBezTo>
                    <a:pt x="261582" y="-5089"/>
                    <a:pt x="209353" y="70"/>
                    <a:pt x="161426" y="19981"/>
                  </a:cubicBezTo>
                  <a:cubicBezTo>
                    <a:pt x="113500" y="39891"/>
                    <a:pt x="72917" y="73283"/>
                    <a:pt x="44091" y="116555"/>
                  </a:cubicBezTo>
                  <a:cubicBezTo>
                    <a:pt x="15227" y="159865"/>
                    <a:pt x="0" y="210224"/>
                    <a:pt x="0" y="262287"/>
                  </a:cubicBezTo>
                  <a:cubicBezTo>
                    <a:pt x="73" y="332302"/>
                    <a:pt x="27308" y="398139"/>
                    <a:pt x="76679" y="447625"/>
                  </a:cubicBezTo>
                  <a:cubicBezTo>
                    <a:pt x="126054" y="497145"/>
                    <a:pt x="191665" y="524431"/>
                    <a:pt x="261474" y="524542"/>
                  </a:cubicBezTo>
                  <a:cubicBezTo>
                    <a:pt x="313379" y="524542"/>
                    <a:pt x="363582" y="509245"/>
                    <a:pt x="406733" y="480359"/>
                  </a:cubicBezTo>
                  <a:cubicBezTo>
                    <a:pt x="449885" y="451438"/>
                    <a:pt x="483197" y="410747"/>
                    <a:pt x="503053" y="362677"/>
                  </a:cubicBezTo>
                  <a:cubicBezTo>
                    <a:pt x="522913" y="314608"/>
                    <a:pt x="528047" y="262214"/>
                    <a:pt x="517922" y="211166"/>
                  </a:cubicBezTo>
                  <a:cubicBezTo>
                    <a:pt x="507794" y="160119"/>
                    <a:pt x="483051" y="113684"/>
                    <a:pt x="446338" y="76880"/>
                  </a:cubicBezTo>
                  <a:lnTo>
                    <a:pt x="446376" y="76842"/>
                  </a:lnTo>
                  <a:close/>
                  <a:moveTo>
                    <a:pt x="488115" y="307486"/>
                  </a:moveTo>
                  <a:cubicBezTo>
                    <a:pt x="479184" y="352575"/>
                    <a:pt x="457298" y="393634"/>
                    <a:pt x="424891" y="426152"/>
                  </a:cubicBezTo>
                  <a:cubicBezTo>
                    <a:pt x="392446" y="458670"/>
                    <a:pt x="351536" y="480616"/>
                    <a:pt x="306578" y="489589"/>
                  </a:cubicBezTo>
                  <a:cubicBezTo>
                    <a:pt x="261582" y="498564"/>
                    <a:pt x="215430" y="493986"/>
                    <a:pt x="173072" y="476400"/>
                  </a:cubicBezTo>
                  <a:cubicBezTo>
                    <a:pt x="130718" y="458813"/>
                    <a:pt x="94837" y="429276"/>
                    <a:pt x="69374" y="391052"/>
                  </a:cubicBezTo>
                  <a:cubicBezTo>
                    <a:pt x="43910" y="352832"/>
                    <a:pt x="30420" y="308287"/>
                    <a:pt x="30420" y="262287"/>
                  </a:cubicBezTo>
                  <a:cubicBezTo>
                    <a:pt x="30490" y="200413"/>
                    <a:pt x="54543" y="142244"/>
                    <a:pt x="98165" y="98498"/>
                  </a:cubicBezTo>
                  <a:cubicBezTo>
                    <a:pt x="141786" y="54753"/>
                    <a:pt x="199803" y="30626"/>
                    <a:pt x="261474" y="30553"/>
                  </a:cubicBezTo>
                  <a:cubicBezTo>
                    <a:pt x="307337" y="30553"/>
                    <a:pt x="351717" y="44069"/>
                    <a:pt x="389842" y="69612"/>
                  </a:cubicBezTo>
                  <a:cubicBezTo>
                    <a:pt x="427965" y="95155"/>
                    <a:pt x="457406" y="131125"/>
                    <a:pt x="474951" y="173600"/>
                  </a:cubicBezTo>
                  <a:cubicBezTo>
                    <a:pt x="492493" y="216072"/>
                    <a:pt x="497049" y="262398"/>
                    <a:pt x="488115" y="307486"/>
                  </a:cubicBezTo>
                  <a:close/>
                </a:path>
              </a:pathLst>
            </a:custGeom>
            <a:solidFill>
              <a:srgbClr val="FFFFFF"/>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Arial"/>
                <a:ea typeface="Arial"/>
                <a:cs typeface="Arial"/>
                <a:sym typeface="Arial"/>
              </a:endParaRPr>
            </a:p>
          </p:txBody>
        </p:sp>
        <p:sp>
          <p:nvSpPr>
            <p:cNvPr id="78" name="Google Shape;78;p15"/>
            <p:cNvSpPr/>
            <p:nvPr/>
          </p:nvSpPr>
          <p:spPr>
            <a:xfrm>
              <a:off x="3410553" y="784450"/>
              <a:ext cx="193199" cy="226066"/>
            </a:xfrm>
            <a:custGeom>
              <a:avLst/>
              <a:gdLst/>
              <a:ahLst/>
              <a:cxnLst/>
              <a:rect l="l" t="t" r="r" b="b"/>
              <a:pathLst>
                <a:path w="193199" h="226066" extrusionOk="0">
                  <a:moveTo>
                    <a:pt x="0" y="0"/>
                  </a:moveTo>
                  <a:lnTo>
                    <a:pt x="0" y="30156"/>
                  </a:lnTo>
                  <a:lnTo>
                    <a:pt x="80550" y="30156"/>
                  </a:lnTo>
                  <a:lnTo>
                    <a:pt x="80550" y="226066"/>
                  </a:lnTo>
                  <a:lnTo>
                    <a:pt x="112554" y="226066"/>
                  </a:lnTo>
                  <a:lnTo>
                    <a:pt x="112554" y="30156"/>
                  </a:lnTo>
                  <a:lnTo>
                    <a:pt x="193199" y="30156"/>
                  </a:lnTo>
                  <a:lnTo>
                    <a:pt x="193199" y="0"/>
                  </a:lnTo>
                  <a:lnTo>
                    <a:pt x="0" y="0"/>
                  </a:lnTo>
                  <a:close/>
                </a:path>
              </a:pathLst>
            </a:custGeom>
            <a:solidFill>
              <a:srgbClr val="FFFFFF"/>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Arial"/>
                <a:ea typeface="Arial"/>
                <a:cs typeface="Arial"/>
                <a:sym typeface="Arial"/>
              </a:endParaRPr>
            </a:p>
          </p:txBody>
        </p:sp>
        <p:sp>
          <p:nvSpPr>
            <p:cNvPr id="79" name="Google Shape;79;p15"/>
            <p:cNvSpPr/>
            <p:nvPr/>
          </p:nvSpPr>
          <p:spPr>
            <a:xfrm>
              <a:off x="2650677" y="784418"/>
              <a:ext cx="193836" cy="229987"/>
            </a:xfrm>
            <a:custGeom>
              <a:avLst/>
              <a:gdLst/>
              <a:ahLst/>
              <a:cxnLst/>
              <a:rect l="l" t="t" r="r" b="b"/>
              <a:pathLst>
                <a:path w="193836" h="229987" extrusionOk="0">
                  <a:moveTo>
                    <a:pt x="161896" y="128873"/>
                  </a:moveTo>
                  <a:cubicBezTo>
                    <a:pt x="161896" y="170475"/>
                    <a:pt x="135166" y="199504"/>
                    <a:pt x="96901" y="199504"/>
                  </a:cubicBezTo>
                  <a:cubicBezTo>
                    <a:pt x="58633" y="199504"/>
                    <a:pt x="31975" y="171129"/>
                    <a:pt x="31975" y="128873"/>
                  </a:cubicBezTo>
                  <a:lnTo>
                    <a:pt x="31975" y="0"/>
                  </a:lnTo>
                  <a:lnTo>
                    <a:pt x="0" y="0"/>
                  </a:lnTo>
                  <a:lnTo>
                    <a:pt x="0" y="128873"/>
                  </a:lnTo>
                  <a:cubicBezTo>
                    <a:pt x="0" y="189370"/>
                    <a:pt x="38954" y="229987"/>
                    <a:pt x="96901" y="229987"/>
                  </a:cubicBezTo>
                  <a:cubicBezTo>
                    <a:pt x="154845" y="229987"/>
                    <a:pt x="193837" y="189332"/>
                    <a:pt x="193837" y="128873"/>
                  </a:cubicBezTo>
                  <a:lnTo>
                    <a:pt x="193837" y="0"/>
                  </a:lnTo>
                  <a:lnTo>
                    <a:pt x="161935" y="0"/>
                  </a:lnTo>
                  <a:lnTo>
                    <a:pt x="161935" y="128873"/>
                  </a:lnTo>
                  <a:lnTo>
                    <a:pt x="161896" y="128873"/>
                  </a:lnTo>
                  <a:close/>
                </a:path>
              </a:pathLst>
            </a:custGeom>
            <a:solidFill>
              <a:srgbClr val="FFFFFF"/>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Arial"/>
                <a:ea typeface="Arial"/>
                <a:cs typeface="Arial"/>
                <a:sym typeface="Arial"/>
              </a:endParaRPr>
            </a:p>
          </p:txBody>
        </p:sp>
        <p:sp>
          <p:nvSpPr>
            <p:cNvPr id="80" name="Google Shape;80;p15"/>
            <p:cNvSpPr/>
            <p:nvPr/>
          </p:nvSpPr>
          <p:spPr>
            <a:xfrm>
              <a:off x="1631213" y="780573"/>
              <a:ext cx="234499" cy="235111"/>
            </a:xfrm>
            <a:custGeom>
              <a:avLst/>
              <a:gdLst/>
              <a:ahLst/>
              <a:cxnLst/>
              <a:rect l="l" t="t" r="r" b="b"/>
              <a:pathLst>
                <a:path w="234499" h="235111" extrusionOk="0">
                  <a:moveTo>
                    <a:pt x="200063" y="33969"/>
                  </a:moveTo>
                  <a:cubicBezTo>
                    <a:pt x="189106" y="23035"/>
                    <a:pt x="176301" y="14532"/>
                    <a:pt x="162014" y="8684"/>
                  </a:cubicBezTo>
                  <a:cubicBezTo>
                    <a:pt x="147942" y="2905"/>
                    <a:pt x="133115" y="0"/>
                    <a:pt x="117922" y="0"/>
                  </a:cubicBezTo>
                  <a:cubicBezTo>
                    <a:pt x="94303" y="0"/>
                    <a:pt x="71551" y="6721"/>
                    <a:pt x="52019" y="19872"/>
                  </a:cubicBezTo>
                  <a:cubicBezTo>
                    <a:pt x="32667" y="32880"/>
                    <a:pt x="17729" y="51156"/>
                    <a:pt x="8867" y="72739"/>
                  </a:cubicBezTo>
                  <a:cubicBezTo>
                    <a:pt x="-29" y="94320"/>
                    <a:pt x="-2271" y="117827"/>
                    <a:pt x="2321" y="140754"/>
                  </a:cubicBezTo>
                  <a:cubicBezTo>
                    <a:pt x="6915" y="163643"/>
                    <a:pt x="18056" y="184461"/>
                    <a:pt x="34585" y="200920"/>
                  </a:cubicBezTo>
                  <a:cubicBezTo>
                    <a:pt x="51079" y="217380"/>
                    <a:pt x="71913" y="228463"/>
                    <a:pt x="94773" y="232931"/>
                  </a:cubicBezTo>
                  <a:cubicBezTo>
                    <a:pt x="102260" y="234385"/>
                    <a:pt x="109820" y="235112"/>
                    <a:pt x="117344" y="235112"/>
                  </a:cubicBezTo>
                  <a:cubicBezTo>
                    <a:pt x="132788" y="235112"/>
                    <a:pt x="148123" y="232023"/>
                    <a:pt x="162556" y="225955"/>
                  </a:cubicBezTo>
                  <a:cubicBezTo>
                    <a:pt x="184042" y="216945"/>
                    <a:pt x="202161" y="201866"/>
                    <a:pt x="215039" y="182391"/>
                  </a:cubicBezTo>
                  <a:cubicBezTo>
                    <a:pt x="227879" y="162916"/>
                    <a:pt x="234607" y="140281"/>
                    <a:pt x="234499" y="116919"/>
                  </a:cubicBezTo>
                  <a:cubicBezTo>
                    <a:pt x="234499" y="101441"/>
                    <a:pt x="231495" y="86325"/>
                    <a:pt x="225599" y="72012"/>
                  </a:cubicBezTo>
                  <a:cubicBezTo>
                    <a:pt x="219668" y="57696"/>
                    <a:pt x="211131" y="44907"/>
                    <a:pt x="200174" y="33969"/>
                  </a:cubicBezTo>
                  <a:lnTo>
                    <a:pt x="200063" y="33969"/>
                  </a:lnTo>
                  <a:close/>
                  <a:moveTo>
                    <a:pt x="202199" y="116992"/>
                  </a:moveTo>
                  <a:cubicBezTo>
                    <a:pt x="202342" y="128327"/>
                    <a:pt x="200282" y="139446"/>
                    <a:pt x="196084" y="149984"/>
                  </a:cubicBezTo>
                  <a:cubicBezTo>
                    <a:pt x="191852" y="160519"/>
                    <a:pt x="185705" y="169967"/>
                    <a:pt x="177749" y="178032"/>
                  </a:cubicBezTo>
                  <a:cubicBezTo>
                    <a:pt x="169789" y="186134"/>
                    <a:pt x="160458" y="192421"/>
                    <a:pt x="150041" y="196815"/>
                  </a:cubicBezTo>
                  <a:cubicBezTo>
                    <a:pt x="139588" y="201178"/>
                    <a:pt x="128555" y="203429"/>
                    <a:pt x="117233" y="203429"/>
                  </a:cubicBezTo>
                  <a:cubicBezTo>
                    <a:pt x="100415" y="203429"/>
                    <a:pt x="84175" y="198488"/>
                    <a:pt x="70176" y="189112"/>
                  </a:cubicBezTo>
                  <a:cubicBezTo>
                    <a:pt x="56178" y="179775"/>
                    <a:pt x="45364" y="166624"/>
                    <a:pt x="38890" y="151073"/>
                  </a:cubicBezTo>
                  <a:cubicBezTo>
                    <a:pt x="32416" y="135522"/>
                    <a:pt x="30680" y="118589"/>
                    <a:pt x="33861" y="102022"/>
                  </a:cubicBezTo>
                  <a:cubicBezTo>
                    <a:pt x="37045" y="85490"/>
                    <a:pt x="44967" y="70412"/>
                    <a:pt x="56794" y="58385"/>
                  </a:cubicBezTo>
                  <a:cubicBezTo>
                    <a:pt x="68586" y="46396"/>
                    <a:pt x="83524" y="38221"/>
                    <a:pt x="99980" y="34807"/>
                  </a:cubicBezTo>
                  <a:cubicBezTo>
                    <a:pt x="105733" y="33607"/>
                    <a:pt x="111518" y="33026"/>
                    <a:pt x="117306" y="33026"/>
                  </a:cubicBezTo>
                  <a:cubicBezTo>
                    <a:pt x="128085" y="33026"/>
                    <a:pt x="138791" y="35096"/>
                    <a:pt x="148955" y="39167"/>
                  </a:cubicBezTo>
                  <a:cubicBezTo>
                    <a:pt x="164544" y="45450"/>
                    <a:pt x="177819" y="56096"/>
                    <a:pt x="187331" y="70012"/>
                  </a:cubicBezTo>
                  <a:cubicBezTo>
                    <a:pt x="196846" y="83893"/>
                    <a:pt x="201980" y="100168"/>
                    <a:pt x="202234" y="116992"/>
                  </a:cubicBezTo>
                  <a:lnTo>
                    <a:pt x="202199" y="116992"/>
                  </a:lnTo>
                  <a:close/>
                </a:path>
              </a:pathLst>
            </a:custGeom>
            <a:solidFill>
              <a:srgbClr val="FFFFFF"/>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Arial"/>
                <a:ea typeface="Arial"/>
                <a:cs typeface="Arial"/>
                <a:sym typeface="Arial"/>
              </a:endParaRPr>
            </a:p>
          </p:txBody>
        </p:sp>
        <p:sp>
          <p:nvSpPr>
            <p:cNvPr id="81" name="Google Shape;81;p15"/>
            <p:cNvSpPr/>
            <p:nvPr/>
          </p:nvSpPr>
          <p:spPr>
            <a:xfrm>
              <a:off x="2449607" y="784450"/>
              <a:ext cx="152599" cy="226066"/>
            </a:xfrm>
            <a:custGeom>
              <a:avLst/>
              <a:gdLst/>
              <a:ahLst/>
              <a:cxnLst/>
              <a:rect l="l" t="t" r="r" b="b"/>
              <a:pathLst>
                <a:path w="152599" h="226066" extrusionOk="0">
                  <a:moveTo>
                    <a:pt x="31937" y="0"/>
                  </a:moveTo>
                  <a:lnTo>
                    <a:pt x="0" y="0"/>
                  </a:lnTo>
                  <a:lnTo>
                    <a:pt x="0" y="226066"/>
                  </a:lnTo>
                  <a:lnTo>
                    <a:pt x="152600" y="226066"/>
                  </a:lnTo>
                  <a:lnTo>
                    <a:pt x="152600" y="195945"/>
                  </a:lnTo>
                  <a:lnTo>
                    <a:pt x="31937" y="195945"/>
                  </a:lnTo>
                  <a:lnTo>
                    <a:pt x="31937" y="0"/>
                  </a:lnTo>
                  <a:close/>
                </a:path>
              </a:pathLst>
            </a:custGeom>
            <a:solidFill>
              <a:srgbClr val="FFFFFF"/>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Arial"/>
                <a:ea typeface="Arial"/>
                <a:cs typeface="Arial"/>
                <a:sym typeface="Arial"/>
              </a:endParaRPr>
            </a:p>
          </p:txBody>
        </p:sp>
        <p:sp>
          <p:nvSpPr>
            <p:cNvPr id="82" name="Google Shape;82;p15"/>
            <p:cNvSpPr/>
            <p:nvPr/>
          </p:nvSpPr>
          <p:spPr>
            <a:xfrm>
              <a:off x="1353035" y="780633"/>
              <a:ext cx="224942" cy="234302"/>
            </a:xfrm>
            <a:custGeom>
              <a:avLst/>
              <a:gdLst/>
              <a:ahLst/>
              <a:cxnLst/>
              <a:rect l="l" t="t" r="r" b="b"/>
              <a:pathLst>
                <a:path w="224942" h="234302" extrusionOk="0">
                  <a:moveTo>
                    <a:pt x="116900" y="30401"/>
                  </a:moveTo>
                  <a:cubicBezTo>
                    <a:pt x="133864" y="29493"/>
                    <a:pt x="150685" y="34617"/>
                    <a:pt x="164284" y="44825"/>
                  </a:cubicBezTo>
                  <a:cubicBezTo>
                    <a:pt x="177886" y="55036"/>
                    <a:pt x="187506" y="69787"/>
                    <a:pt x="191411" y="86392"/>
                  </a:cubicBezTo>
                  <a:lnTo>
                    <a:pt x="191992" y="88935"/>
                  </a:lnTo>
                  <a:lnTo>
                    <a:pt x="224942" y="88935"/>
                  </a:lnTo>
                  <a:lnTo>
                    <a:pt x="224184" y="85011"/>
                  </a:lnTo>
                  <a:cubicBezTo>
                    <a:pt x="219335" y="60303"/>
                    <a:pt x="205807" y="38103"/>
                    <a:pt x="186058" y="22552"/>
                  </a:cubicBezTo>
                  <a:cubicBezTo>
                    <a:pt x="166310" y="6966"/>
                    <a:pt x="141605" y="-990"/>
                    <a:pt x="116719" y="99"/>
                  </a:cubicBezTo>
                  <a:cubicBezTo>
                    <a:pt x="85541" y="99"/>
                    <a:pt x="56245" y="12272"/>
                    <a:pt x="34179" y="34398"/>
                  </a:cubicBezTo>
                  <a:cubicBezTo>
                    <a:pt x="12116" y="56490"/>
                    <a:pt x="0" y="85919"/>
                    <a:pt x="0" y="117164"/>
                  </a:cubicBezTo>
                  <a:cubicBezTo>
                    <a:pt x="0" y="148412"/>
                    <a:pt x="12154" y="177841"/>
                    <a:pt x="34179" y="199933"/>
                  </a:cubicBezTo>
                  <a:cubicBezTo>
                    <a:pt x="56207" y="222022"/>
                    <a:pt x="85541" y="234230"/>
                    <a:pt x="116576" y="234230"/>
                  </a:cubicBezTo>
                  <a:cubicBezTo>
                    <a:pt x="118024" y="234303"/>
                    <a:pt x="119434" y="234303"/>
                    <a:pt x="120882" y="234303"/>
                  </a:cubicBezTo>
                  <a:cubicBezTo>
                    <a:pt x="144501" y="234303"/>
                    <a:pt x="167538" y="226311"/>
                    <a:pt x="186131" y="211560"/>
                  </a:cubicBezTo>
                  <a:cubicBezTo>
                    <a:pt x="205845" y="195936"/>
                    <a:pt x="219370" y="173663"/>
                    <a:pt x="224184" y="148920"/>
                  </a:cubicBezTo>
                  <a:lnTo>
                    <a:pt x="224942" y="144996"/>
                  </a:lnTo>
                  <a:lnTo>
                    <a:pt x="191992" y="144996"/>
                  </a:lnTo>
                  <a:lnTo>
                    <a:pt x="191376" y="147504"/>
                  </a:lnTo>
                  <a:cubicBezTo>
                    <a:pt x="187433" y="164072"/>
                    <a:pt x="177775" y="178823"/>
                    <a:pt x="164211" y="189068"/>
                  </a:cubicBezTo>
                  <a:cubicBezTo>
                    <a:pt x="150647" y="199314"/>
                    <a:pt x="133829" y="204512"/>
                    <a:pt x="116719" y="203711"/>
                  </a:cubicBezTo>
                  <a:cubicBezTo>
                    <a:pt x="93824" y="203457"/>
                    <a:pt x="72377" y="194301"/>
                    <a:pt x="56280" y="177988"/>
                  </a:cubicBezTo>
                  <a:cubicBezTo>
                    <a:pt x="40186" y="161674"/>
                    <a:pt x="31321" y="140018"/>
                    <a:pt x="31321" y="117091"/>
                  </a:cubicBezTo>
                  <a:cubicBezTo>
                    <a:pt x="31321" y="94168"/>
                    <a:pt x="40186" y="72511"/>
                    <a:pt x="56280" y="56163"/>
                  </a:cubicBezTo>
                  <a:cubicBezTo>
                    <a:pt x="72377" y="39850"/>
                    <a:pt x="93824" y="30693"/>
                    <a:pt x="116865" y="30439"/>
                  </a:cubicBezTo>
                  <a:lnTo>
                    <a:pt x="116900" y="30401"/>
                  </a:lnTo>
                  <a:close/>
                </a:path>
              </a:pathLst>
            </a:custGeom>
            <a:solidFill>
              <a:srgbClr val="FFFFFF"/>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Arial"/>
                <a:ea typeface="Arial"/>
                <a:cs typeface="Arial"/>
                <a:sym typeface="Arial"/>
              </a:endParaRPr>
            </a:p>
          </p:txBody>
        </p:sp>
        <p:sp>
          <p:nvSpPr>
            <p:cNvPr id="83" name="Google Shape;83;p15"/>
            <p:cNvSpPr/>
            <p:nvPr/>
          </p:nvSpPr>
          <p:spPr>
            <a:xfrm>
              <a:off x="1933168" y="784450"/>
              <a:ext cx="193186" cy="226066"/>
            </a:xfrm>
            <a:custGeom>
              <a:avLst/>
              <a:gdLst/>
              <a:ahLst/>
              <a:cxnLst/>
              <a:rect l="l" t="t" r="r" b="b"/>
              <a:pathLst>
                <a:path w="193186" h="226066" extrusionOk="0">
                  <a:moveTo>
                    <a:pt x="161246" y="169313"/>
                  </a:moveTo>
                  <a:lnTo>
                    <a:pt x="25355" y="0"/>
                  </a:lnTo>
                  <a:lnTo>
                    <a:pt x="0" y="0"/>
                  </a:lnTo>
                  <a:lnTo>
                    <a:pt x="0" y="226066"/>
                  </a:lnTo>
                  <a:lnTo>
                    <a:pt x="31975" y="226066"/>
                  </a:lnTo>
                  <a:lnTo>
                    <a:pt x="31975" y="58969"/>
                  </a:lnTo>
                  <a:lnTo>
                    <a:pt x="167107" y="226066"/>
                  </a:lnTo>
                  <a:lnTo>
                    <a:pt x="193186" y="226066"/>
                  </a:lnTo>
                  <a:lnTo>
                    <a:pt x="193186" y="0"/>
                  </a:lnTo>
                  <a:lnTo>
                    <a:pt x="161246" y="0"/>
                  </a:lnTo>
                  <a:lnTo>
                    <a:pt x="161246" y="169313"/>
                  </a:lnTo>
                  <a:close/>
                </a:path>
              </a:pathLst>
            </a:custGeom>
            <a:solidFill>
              <a:srgbClr val="FFFFFF"/>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Arial"/>
                <a:ea typeface="Arial"/>
                <a:cs typeface="Arial"/>
                <a:sym typeface="Arial"/>
              </a:endParaRPr>
            </a:p>
          </p:txBody>
        </p:sp>
        <p:sp>
          <p:nvSpPr>
            <p:cNvPr id="84" name="Google Shape;84;p15"/>
            <p:cNvSpPr/>
            <p:nvPr/>
          </p:nvSpPr>
          <p:spPr>
            <a:xfrm>
              <a:off x="2927162" y="784450"/>
              <a:ext cx="159728" cy="226066"/>
            </a:xfrm>
            <a:custGeom>
              <a:avLst/>
              <a:gdLst/>
              <a:ahLst/>
              <a:cxnLst/>
              <a:rect l="l" t="t" r="r" b="b"/>
              <a:pathLst>
                <a:path w="159728" h="226066" extrusionOk="0">
                  <a:moveTo>
                    <a:pt x="0" y="226066"/>
                  </a:moveTo>
                  <a:lnTo>
                    <a:pt x="159728" y="226066"/>
                  </a:lnTo>
                  <a:lnTo>
                    <a:pt x="159728" y="195945"/>
                  </a:lnTo>
                  <a:lnTo>
                    <a:pt x="32010" y="195945"/>
                  </a:lnTo>
                  <a:lnTo>
                    <a:pt x="32010" y="128946"/>
                  </a:lnTo>
                  <a:lnTo>
                    <a:pt x="146923" y="128946"/>
                  </a:lnTo>
                  <a:lnTo>
                    <a:pt x="146923" y="98825"/>
                  </a:lnTo>
                  <a:lnTo>
                    <a:pt x="32010" y="98825"/>
                  </a:lnTo>
                  <a:lnTo>
                    <a:pt x="32010" y="30156"/>
                  </a:lnTo>
                  <a:lnTo>
                    <a:pt x="159728" y="30156"/>
                  </a:lnTo>
                  <a:lnTo>
                    <a:pt x="159728" y="0"/>
                  </a:lnTo>
                  <a:lnTo>
                    <a:pt x="0" y="0"/>
                  </a:lnTo>
                  <a:lnTo>
                    <a:pt x="0" y="226066"/>
                  </a:lnTo>
                  <a:close/>
                </a:path>
              </a:pathLst>
            </a:custGeom>
            <a:solidFill>
              <a:srgbClr val="FFFFFF"/>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Arial"/>
                <a:ea typeface="Arial"/>
                <a:cs typeface="Arial"/>
                <a:sym typeface="Arial"/>
              </a:endParaRPr>
            </a:p>
          </p:txBody>
        </p:sp>
        <p:sp>
          <p:nvSpPr>
            <p:cNvPr id="85" name="Google Shape;85;p15"/>
            <p:cNvSpPr/>
            <p:nvPr/>
          </p:nvSpPr>
          <p:spPr>
            <a:xfrm>
              <a:off x="3156407" y="784386"/>
              <a:ext cx="193154" cy="226028"/>
            </a:xfrm>
            <a:custGeom>
              <a:avLst/>
              <a:gdLst/>
              <a:ahLst/>
              <a:cxnLst/>
              <a:rect l="l" t="t" r="r" b="b"/>
              <a:pathLst>
                <a:path w="193154" h="226028" extrusionOk="0">
                  <a:moveTo>
                    <a:pt x="161246" y="169313"/>
                  </a:moveTo>
                  <a:lnTo>
                    <a:pt x="25514" y="0"/>
                  </a:lnTo>
                  <a:lnTo>
                    <a:pt x="0" y="0"/>
                  </a:lnTo>
                  <a:lnTo>
                    <a:pt x="0" y="226028"/>
                  </a:lnTo>
                  <a:lnTo>
                    <a:pt x="31960" y="226028"/>
                  </a:lnTo>
                  <a:lnTo>
                    <a:pt x="31960" y="58969"/>
                  </a:lnTo>
                  <a:lnTo>
                    <a:pt x="167119" y="226028"/>
                  </a:lnTo>
                  <a:lnTo>
                    <a:pt x="193154" y="226028"/>
                  </a:lnTo>
                  <a:lnTo>
                    <a:pt x="193154" y="0"/>
                  </a:lnTo>
                  <a:lnTo>
                    <a:pt x="161246" y="0"/>
                  </a:lnTo>
                  <a:lnTo>
                    <a:pt x="161246" y="169313"/>
                  </a:lnTo>
                  <a:close/>
                </a:path>
              </a:pathLst>
            </a:custGeom>
            <a:solidFill>
              <a:srgbClr val="FFFFFF"/>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Arial"/>
                <a:ea typeface="Arial"/>
                <a:cs typeface="Arial"/>
                <a:sym typeface="Arial"/>
              </a:endParaRPr>
            </a:p>
          </p:txBody>
        </p:sp>
        <p:sp>
          <p:nvSpPr>
            <p:cNvPr id="86" name="Google Shape;86;p15"/>
            <p:cNvSpPr/>
            <p:nvPr/>
          </p:nvSpPr>
          <p:spPr>
            <a:xfrm>
              <a:off x="2211317" y="784450"/>
              <a:ext cx="156724" cy="226101"/>
            </a:xfrm>
            <a:custGeom>
              <a:avLst/>
              <a:gdLst/>
              <a:ahLst/>
              <a:cxnLst/>
              <a:rect l="l" t="t" r="r" b="b"/>
              <a:pathLst>
                <a:path w="156724" h="226101" extrusionOk="0">
                  <a:moveTo>
                    <a:pt x="0" y="226101"/>
                  </a:moveTo>
                  <a:lnTo>
                    <a:pt x="31975" y="226101"/>
                  </a:lnTo>
                  <a:lnTo>
                    <a:pt x="31975" y="134506"/>
                  </a:lnTo>
                  <a:lnTo>
                    <a:pt x="143342" y="134506"/>
                  </a:lnTo>
                  <a:lnTo>
                    <a:pt x="143342" y="104277"/>
                  </a:lnTo>
                  <a:lnTo>
                    <a:pt x="31975" y="104277"/>
                  </a:lnTo>
                  <a:lnTo>
                    <a:pt x="31975" y="30156"/>
                  </a:lnTo>
                  <a:lnTo>
                    <a:pt x="156724" y="30156"/>
                  </a:lnTo>
                  <a:lnTo>
                    <a:pt x="156724" y="0"/>
                  </a:lnTo>
                  <a:lnTo>
                    <a:pt x="0" y="0"/>
                  </a:lnTo>
                  <a:lnTo>
                    <a:pt x="0" y="226101"/>
                  </a:lnTo>
                  <a:close/>
                </a:path>
              </a:pathLst>
            </a:custGeom>
            <a:solidFill>
              <a:srgbClr val="FFFFFF"/>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Arial"/>
                <a:ea typeface="Arial"/>
                <a:cs typeface="Arial"/>
                <a:sym typeface="Arial"/>
              </a:endParaRPr>
            </a:p>
          </p:txBody>
        </p:sp>
      </p:grpSp>
      <p:sp>
        <p:nvSpPr>
          <p:cNvPr id="87" name="Google Shape;87;p15"/>
          <p:cNvSpPr txBox="1">
            <a:spLocks noGrp="1"/>
          </p:cNvSpPr>
          <p:nvPr>
            <p:ph type="title"/>
          </p:nvPr>
        </p:nvSpPr>
        <p:spPr>
          <a:xfrm>
            <a:off x="685800" y="4951002"/>
            <a:ext cx="10207200" cy="3865500"/>
          </a:xfrm>
          <a:prstGeom prst="rect">
            <a:avLst/>
          </a:prstGeom>
        </p:spPr>
        <p:txBody>
          <a:bodyPr spcFirstLastPara="1" wrap="square" lIns="0" tIns="0" rIns="0" bIns="0" anchor="b" anchorCtr="0">
            <a:noAutofit/>
          </a:bodyPr>
          <a:lstStyle>
            <a:lvl1pPr lvl="0">
              <a:lnSpc>
                <a:spcPct val="115000"/>
              </a:lnSpc>
              <a:spcBef>
                <a:spcPts val="0"/>
              </a:spcBef>
              <a:spcAft>
                <a:spcPts val="0"/>
              </a:spcAft>
              <a:buClr>
                <a:schemeClr val="lt1"/>
              </a:buClr>
              <a:buSzPts val="5600"/>
              <a:buFont typeface="Poppins Light"/>
              <a:buNone/>
              <a:defRPr sz="5600">
                <a:solidFill>
                  <a:schemeClr val="lt1"/>
                </a:solidFill>
                <a:latin typeface="Poppins Light"/>
                <a:ea typeface="Poppins Light"/>
                <a:cs typeface="Poppins Light"/>
                <a:sym typeface="Poppins Light"/>
              </a:defRPr>
            </a:lvl1pPr>
            <a:lvl2pPr lvl="1">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2pPr>
            <a:lvl3pPr lvl="2">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3pPr>
            <a:lvl4pPr lvl="3">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4pPr>
            <a:lvl5pPr lvl="4">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5pPr>
            <a:lvl6pPr lvl="5">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6pPr>
            <a:lvl7pPr lvl="6">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7pPr>
            <a:lvl8pPr lvl="7">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8pPr>
            <a:lvl9pPr lvl="8">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9pPr>
          </a:lstStyle>
          <a:p>
            <a:endParaRPr/>
          </a:p>
        </p:txBody>
      </p:sp>
      <p:sp>
        <p:nvSpPr>
          <p:cNvPr id="88" name="Google Shape;88;p15"/>
          <p:cNvSpPr txBox="1">
            <a:spLocks noGrp="1"/>
          </p:cNvSpPr>
          <p:nvPr>
            <p:ph type="subTitle" idx="1"/>
          </p:nvPr>
        </p:nvSpPr>
        <p:spPr>
          <a:xfrm>
            <a:off x="685800" y="8947300"/>
            <a:ext cx="8224500" cy="6537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Intro with title and speaker - Blue">
  <p:cSld name="Breaker_Denim_1_1_1_2_2_1_1_1_2_1">
    <p:bg>
      <p:bgPr>
        <a:solidFill>
          <a:schemeClr val="accent1"/>
        </a:solidFill>
        <a:effectLst/>
      </p:bgPr>
    </p:bg>
    <p:spTree>
      <p:nvGrpSpPr>
        <p:cNvPr id="1" name="Shape 89"/>
        <p:cNvGrpSpPr/>
        <p:nvPr/>
      </p:nvGrpSpPr>
      <p:grpSpPr>
        <a:xfrm>
          <a:off x="0" y="0"/>
          <a:ext cx="0" cy="0"/>
          <a:chOff x="0" y="0"/>
          <a:chExt cx="0" cy="0"/>
        </a:xfrm>
      </p:grpSpPr>
      <p:grpSp>
        <p:nvGrpSpPr>
          <p:cNvPr id="90" name="Google Shape;90;p16"/>
          <p:cNvGrpSpPr/>
          <p:nvPr/>
        </p:nvGrpSpPr>
        <p:grpSpPr>
          <a:xfrm>
            <a:off x="685830" y="628681"/>
            <a:ext cx="2543632" cy="455250"/>
            <a:chOff x="672963" y="636069"/>
            <a:chExt cx="2930789" cy="524542"/>
          </a:xfrm>
        </p:grpSpPr>
        <p:sp>
          <p:nvSpPr>
            <p:cNvPr id="91" name="Google Shape;91;p16"/>
            <p:cNvSpPr/>
            <p:nvPr/>
          </p:nvSpPr>
          <p:spPr>
            <a:xfrm>
              <a:off x="775795" y="738711"/>
              <a:ext cx="318296" cy="318897"/>
            </a:xfrm>
            <a:custGeom>
              <a:avLst/>
              <a:gdLst/>
              <a:ahLst/>
              <a:cxnLst/>
              <a:rect l="l" t="t" r="r" b="b"/>
              <a:pathLst>
                <a:path w="318296" h="318897" extrusionOk="0">
                  <a:moveTo>
                    <a:pt x="290735" y="151727"/>
                  </a:moveTo>
                  <a:cubicBezTo>
                    <a:pt x="286325" y="151546"/>
                    <a:pt x="281911" y="151327"/>
                    <a:pt x="277460" y="151108"/>
                  </a:cubicBezTo>
                  <a:lnTo>
                    <a:pt x="237709" y="150019"/>
                  </a:lnTo>
                  <a:cubicBezTo>
                    <a:pt x="217926" y="149438"/>
                    <a:pt x="196802" y="149111"/>
                    <a:pt x="169348" y="148930"/>
                  </a:cubicBezTo>
                  <a:cubicBezTo>
                    <a:pt x="169348" y="128508"/>
                    <a:pt x="169240" y="104531"/>
                    <a:pt x="168554" y="80369"/>
                  </a:cubicBezTo>
                  <a:lnTo>
                    <a:pt x="167469" y="40729"/>
                  </a:lnTo>
                  <a:cubicBezTo>
                    <a:pt x="167249" y="36297"/>
                    <a:pt x="167034" y="31864"/>
                    <a:pt x="166853" y="27429"/>
                  </a:cubicBezTo>
                  <a:cubicBezTo>
                    <a:pt x="166456" y="18491"/>
                    <a:pt x="166059" y="9735"/>
                    <a:pt x="165478" y="1089"/>
                  </a:cubicBezTo>
                  <a:lnTo>
                    <a:pt x="165405" y="0"/>
                  </a:lnTo>
                  <a:lnTo>
                    <a:pt x="152133" y="0"/>
                  </a:lnTo>
                  <a:lnTo>
                    <a:pt x="152060" y="1089"/>
                  </a:lnTo>
                  <a:cubicBezTo>
                    <a:pt x="151409" y="9992"/>
                    <a:pt x="151009" y="19002"/>
                    <a:pt x="150685" y="27429"/>
                  </a:cubicBezTo>
                  <a:cubicBezTo>
                    <a:pt x="150504" y="31864"/>
                    <a:pt x="150289" y="36297"/>
                    <a:pt x="150070" y="40729"/>
                  </a:cubicBezTo>
                  <a:lnTo>
                    <a:pt x="148841" y="80404"/>
                  </a:lnTo>
                  <a:cubicBezTo>
                    <a:pt x="148622" y="89414"/>
                    <a:pt x="148479" y="98498"/>
                    <a:pt x="148371" y="107544"/>
                  </a:cubicBezTo>
                  <a:lnTo>
                    <a:pt x="146777" y="103876"/>
                  </a:lnTo>
                  <a:cubicBezTo>
                    <a:pt x="143812" y="96936"/>
                    <a:pt x="140773" y="89779"/>
                    <a:pt x="137554" y="82658"/>
                  </a:cubicBezTo>
                  <a:lnTo>
                    <a:pt x="121460" y="46542"/>
                  </a:lnTo>
                  <a:cubicBezTo>
                    <a:pt x="120085" y="43672"/>
                    <a:pt x="118748" y="40764"/>
                    <a:pt x="117373" y="37894"/>
                  </a:cubicBezTo>
                  <a:lnTo>
                    <a:pt x="114986" y="32772"/>
                  </a:lnTo>
                  <a:cubicBezTo>
                    <a:pt x="112163" y="26667"/>
                    <a:pt x="108401" y="18675"/>
                    <a:pt x="104569" y="10716"/>
                  </a:cubicBezTo>
                  <a:lnTo>
                    <a:pt x="104099" y="9700"/>
                  </a:lnTo>
                  <a:lnTo>
                    <a:pt x="91764" y="14894"/>
                  </a:lnTo>
                  <a:lnTo>
                    <a:pt x="92126" y="15948"/>
                  </a:lnTo>
                  <a:cubicBezTo>
                    <a:pt x="95056" y="24705"/>
                    <a:pt x="98276" y="33534"/>
                    <a:pt x="101349" y="42072"/>
                  </a:cubicBezTo>
                  <a:lnTo>
                    <a:pt x="101492" y="42507"/>
                  </a:lnTo>
                  <a:cubicBezTo>
                    <a:pt x="102797" y="46069"/>
                    <a:pt x="104099" y="49667"/>
                    <a:pt x="105400" y="53299"/>
                  </a:cubicBezTo>
                  <a:lnTo>
                    <a:pt x="119469" y="90322"/>
                  </a:lnTo>
                  <a:cubicBezTo>
                    <a:pt x="122472" y="98063"/>
                    <a:pt x="125654" y="106166"/>
                    <a:pt x="129416" y="115465"/>
                  </a:cubicBezTo>
                  <a:cubicBezTo>
                    <a:pt x="126632" y="112741"/>
                    <a:pt x="123809" y="109979"/>
                    <a:pt x="120990" y="107255"/>
                  </a:cubicBezTo>
                  <a:cubicBezTo>
                    <a:pt x="117373" y="103730"/>
                    <a:pt x="113719" y="100168"/>
                    <a:pt x="110103" y="96609"/>
                  </a:cubicBezTo>
                  <a:lnTo>
                    <a:pt x="81420" y="69323"/>
                  </a:lnTo>
                  <a:cubicBezTo>
                    <a:pt x="78127" y="66342"/>
                    <a:pt x="74873" y="63363"/>
                    <a:pt x="71619" y="60347"/>
                  </a:cubicBezTo>
                  <a:cubicBezTo>
                    <a:pt x="64418" y="53737"/>
                    <a:pt x="58414" y="48250"/>
                    <a:pt x="52048" y="42726"/>
                  </a:cubicBezTo>
                  <a:lnTo>
                    <a:pt x="51216" y="41999"/>
                  </a:lnTo>
                  <a:lnTo>
                    <a:pt x="41812" y="51410"/>
                  </a:lnTo>
                  <a:lnTo>
                    <a:pt x="42535" y="52245"/>
                  </a:lnTo>
                  <a:cubicBezTo>
                    <a:pt x="47419" y="57915"/>
                    <a:pt x="52448" y="63402"/>
                    <a:pt x="58017" y="69504"/>
                  </a:cubicBezTo>
                  <a:cubicBezTo>
                    <a:pt x="61706" y="73536"/>
                    <a:pt x="65395" y="77607"/>
                    <a:pt x="69085" y="81750"/>
                  </a:cubicBezTo>
                  <a:lnTo>
                    <a:pt x="96285" y="110525"/>
                  </a:lnTo>
                  <a:cubicBezTo>
                    <a:pt x="103518" y="118154"/>
                    <a:pt x="109414" y="124295"/>
                    <a:pt x="114913" y="129816"/>
                  </a:cubicBezTo>
                  <a:lnTo>
                    <a:pt x="112814" y="128981"/>
                  </a:lnTo>
                  <a:cubicBezTo>
                    <a:pt x="105219" y="125930"/>
                    <a:pt x="97622" y="122879"/>
                    <a:pt x="89992" y="119898"/>
                  </a:cubicBezTo>
                  <a:lnTo>
                    <a:pt x="52991" y="105874"/>
                  </a:lnTo>
                  <a:lnTo>
                    <a:pt x="42101" y="101914"/>
                  </a:lnTo>
                  <a:cubicBezTo>
                    <a:pt x="33493" y="98790"/>
                    <a:pt x="24597" y="95555"/>
                    <a:pt x="15770" y="92577"/>
                  </a:cubicBezTo>
                  <a:lnTo>
                    <a:pt x="14722" y="92212"/>
                  </a:lnTo>
                  <a:lnTo>
                    <a:pt x="9550" y="104565"/>
                  </a:lnTo>
                  <a:lnTo>
                    <a:pt x="10525" y="105073"/>
                  </a:lnTo>
                  <a:cubicBezTo>
                    <a:pt x="17580" y="108671"/>
                    <a:pt x="24886" y="112049"/>
                    <a:pt x="31937" y="115319"/>
                  </a:cubicBezTo>
                  <a:lnTo>
                    <a:pt x="33096" y="115865"/>
                  </a:lnTo>
                  <a:cubicBezTo>
                    <a:pt x="36243" y="117319"/>
                    <a:pt x="39389" y="118808"/>
                    <a:pt x="42535" y="120263"/>
                  </a:cubicBezTo>
                  <a:lnTo>
                    <a:pt x="82360" y="138173"/>
                  </a:lnTo>
                  <a:cubicBezTo>
                    <a:pt x="89557" y="141443"/>
                    <a:pt x="96755" y="144532"/>
                    <a:pt x="103518" y="147437"/>
                  </a:cubicBezTo>
                  <a:lnTo>
                    <a:pt x="107172" y="149003"/>
                  </a:lnTo>
                  <a:cubicBezTo>
                    <a:pt x="98165" y="149111"/>
                    <a:pt x="89087" y="149257"/>
                    <a:pt x="80118" y="149473"/>
                  </a:cubicBezTo>
                  <a:lnTo>
                    <a:pt x="40583" y="150565"/>
                  </a:lnTo>
                  <a:cubicBezTo>
                    <a:pt x="36170" y="150781"/>
                    <a:pt x="31756" y="151000"/>
                    <a:pt x="27343" y="151181"/>
                  </a:cubicBezTo>
                  <a:cubicBezTo>
                    <a:pt x="18050" y="151581"/>
                    <a:pt x="9658" y="151981"/>
                    <a:pt x="1086" y="152562"/>
                  </a:cubicBezTo>
                  <a:lnTo>
                    <a:pt x="0" y="152635"/>
                  </a:lnTo>
                  <a:lnTo>
                    <a:pt x="0" y="166005"/>
                  </a:lnTo>
                  <a:lnTo>
                    <a:pt x="1086" y="166078"/>
                  </a:lnTo>
                  <a:cubicBezTo>
                    <a:pt x="9909" y="166732"/>
                    <a:pt x="18917" y="167094"/>
                    <a:pt x="27343" y="167459"/>
                  </a:cubicBezTo>
                  <a:cubicBezTo>
                    <a:pt x="31756" y="167640"/>
                    <a:pt x="36170" y="167859"/>
                    <a:pt x="40618" y="168075"/>
                  </a:cubicBezTo>
                  <a:lnTo>
                    <a:pt x="80118" y="169167"/>
                  </a:lnTo>
                  <a:cubicBezTo>
                    <a:pt x="99397" y="169748"/>
                    <a:pt x="119037" y="169821"/>
                    <a:pt x="138062" y="169929"/>
                  </a:cubicBezTo>
                  <a:lnTo>
                    <a:pt x="148444" y="169929"/>
                  </a:lnTo>
                  <a:cubicBezTo>
                    <a:pt x="148587" y="192421"/>
                    <a:pt x="148733" y="215671"/>
                    <a:pt x="149527" y="238525"/>
                  </a:cubicBezTo>
                  <a:lnTo>
                    <a:pt x="150759" y="278165"/>
                  </a:lnTo>
                  <a:cubicBezTo>
                    <a:pt x="150974" y="282597"/>
                    <a:pt x="151190" y="287033"/>
                    <a:pt x="151371" y="291465"/>
                  </a:cubicBezTo>
                  <a:cubicBezTo>
                    <a:pt x="151771" y="300838"/>
                    <a:pt x="152168" y="309302"/>
                    <a:pt x="152746" y="317805"/>
                  </a:cubicBezTo>
                  <a:lnTo>
                    <a:pt x="152819" y="318897"/>
                  </a:lnTo>
                  <a:lnTo>
                    <a:pt x="165154" y="318897"/>
                  </a:lnTo>
                  <a:lnTo>
                    <a:pt x="165224" y="317805"/>
                  </a:lnTo>
                  <a:cubicBezTo>
                    <a:pt x="165878" y="309013"/>
                    <a:pt x="166237" y="300330"/>
                    <a:pt x="166599" y="291465"/>
                  </a:cubicBezTo>
                  <a:cubicBezTo>
                    <a:pt x="166780" y="287033"/>
                    <a:pt x="166999" y="282597"/>
                    <a:pt x="167215" y="278165"/>
                  </a:cubicBezTo>
                  <a:lnTo>
                    <a:pt x="168443" y="238563"/>
                  </a:lnTo>
                  <a:cubicBezTo>
                    <a:pt x="168770" y="229372"/>
                    <a:pt x="168913" y="219961"/>
                    <a:pt x="169059" y="210585"/>
                  </a:cubicBezTo>
                  <a:lnTo>
                    <a:pt x="169783" y="212293"/>
                  </a:lnTo>
                  <a:cubicBezTo>
                    <a:pt x="173145" y="220034"/>
                    <a:pt x="176584" y="228063"/>
                    <a:pt x="180235" y="236166"/>
                  </a:cubicBezTo>
                  <a:lnTo>
                    <a:pt x="196475" y="272279"/>
                  </a:lnTo>
                  <a:cubicBezTo>
                    <a:pt x="198358" y="276241"/>
                    <a:pt x="200238" y="280238"/>
                    <a:pt x="202082" y="284232"/>
                  </a:cubicBezTo>
                  <a:cubicBezTo>
                    <a:pt x="206061" y="292808"/>
                    <a:pt x="209677" y="300511"/>
                    <a:pt x="213512" y="308105"/>
                  </a:cubicBezTo>
                  <a:lnTo>
                    <a:pt x="214020" y="309086"/>
                  </a:lnTo>
                  <a:lnTo>
                    <a:pt x="225377" y="304289"/>
                  </a:lnTo>
                  <a:lnTo>
                    <a:pt x="225015" y="303235"/>
                  </a:lnTo>
                  <a:cubicBezTo>
                    <a:pt x="222590" y="295970"/>
                    <a:pt x="219986" y="288630"/>
                    <a:pt x="217491" y="281581"/>
                  </a:cubicBezTo>
                  <a:lnTo>
                    <a:pt x="215792" y="276749"/>
                  </a:lnTo>
                  <a:cubicBezTo>
                    <a:pt x="214490" y="273117"/>
                    <a:pt x="213189" y="269446"/>
                    <a:pt x="211922" y="265741"/>
                  </a:cubicBezTo>
                  <a:lnTo>
                    <a:pt x="197996" y="228717"/>
                  </a:lnTo>
                  <a:cubicBezTo>
                    <a:pt x="194450" y="219269"/>
                    <a:pt x="191122" y="210696"/>
                    <a:pt x="187903" y="202667"/>
                  </a:cubicBezTo>
                  <a:lnTo>
                    <a:pt x="190109" y="204810"/>
                  </a:lnTo>
                  <a:cubicBezTo>
                    <a:pt x="195932" y="210477"/>
                    <a:pt x="201975" y="216326"/>
                    <a:pt x="207978" y="221958"/>
                  </a:cubicBezTo>
                  <a:lnTo>
                    <a:pt x="236842" y="249098"/>
                  </a:lnTo>
                  <a:cubicBezTo>
                    <a:pt x="239773" y="251752"/>
                    <a:pt x="242703" y="254441"/>
                    <a:pt x="245631" y="257131"/>
                  </a:cubicBezTo>
                  <a:cubicBezTo>
                    <a:pt x="251708" y="262725"/>
                    <a:pt x="258905" y="269265"/>
                    <a:pt x="266249" y="275587"/>
                  </a:cubicBezTo>
                  <a:lnTo>
                    <a:pt x="267081" y="276276"/>
                  </a:lnTo>
                  <a:lnTo>
                    <a:pt x="275796" y="267557"/>
                  </a:lnTo>
                  <a:lnTo>
                    <a:pt x="275076" y="266722"/>
                  </a:lnTo>
                  <a:cubicBezTo>
                    <a:pt x="269180" y="259890"/>
                    <a:pt x="263065" y="253133"/>
                    <a:pt x="257169" y="246628"/>
                  </a:cubicBezTo>
                  <a:lnTo>
                    <a:pt x="256302" y="245647"/>
                  </a:lnTo>
                  <a:cubicBezTo>
                    <a:pt x="253771" y="242888"/>
                    <a:pt x="251238" y="240090"/>
                    <a:pt x="248707" y="237255"/>
                  </a:cubicBezTo>
                  <a:lnTo>
                    <a:pt x="221650" y="208334"/>
                  </a:lnTo>
                  <a:cubicBezTo>
                    <a:pt x="215792" y="202048"/>
                    <a:pt x="209642" y="195688"/>
                    <a:pt x="204362" y="190205"/>
                  </a:cubicBezTo>
                  <a:lnTo>
                    <a:pt x="202298" y="188058"/>
                  </a:lnTo>
                  <a:cubicBezTo>
                    <a:pt x="204435" y="188897"/>
                    <a:pt x="206569" y="189767"/>
                    <a:pt x="208702" y="190602"/>
                  </a:cubicBezTo>
                  <a:cubicBezTo>
                    <a:pt x="215249" y="193218"/>
                    <a:pt x="221796" y="195799"/>
                    <a:pt x="228378" y="198304"/>
                  </a:cubicBezTo>
                  <a:lnTo>
                    <a:pt x="265344" y="212293"/>
                  </a:lnTo>
                  <a:cubicBezTo>
                    <a:pt x="269938" y="213893"/>
                    <a:pt x="274533" y="215563"/>
                    <a:pt x="279054" y="217199"/>
                  </a:cubicBezTo>
                  <a:cubicBezTo>
                    <a:pt x="287734" y="220361"/>
                    <a:pt x="295005" y="222977"/>
                    <a:pt x="302635" y="225482"/>
                  </a:cubicBezTo>
                  <a:lnTo>
                    <a:pt x="303647" y="225809"/>
                  </a:lnTo>
                  <a:lnTo>
                    <a:pt x="308423" y="214436"/>
                  </a:lnTo>
                  <a:lnTo>
                    <a:pt x="307448" y="213928"/>
                  </a:lnTo>
                  <a:cubicBezTo>
                    <a:pt x="299923" y="210115"/>
                    <a:pt x="292183" y="206480"/>
                    <a:pt x="284696" y="202956"/>
                  </a:cubicBezTo>
                  <a:lnTo>
                    <a:pt x="283648" y="202448"/>
                  </a:lnTo>
                  <a:cubicBezTo>
                    <a:pt x="279667" y="200631"/>
                    <a:pt x="275688" y="198742"/>
                    <a:pt x="271710" y="196815"/>
                  </a:cubicBezTo>
                  <a:lnTo>
                    <a:pt x="235830" y="180648"/>
                  </a:lnTo>
                  <a:cubicBezTo>
                    <a:pt x="228089" y="177124"/>
                    <a:pt x="219913" y="173526"/>
                    <a:pt x="210366" y="169421"/>
                  </a:cubicBezTo>
                  <a:cubicBezTo>
                    <a:pt x="219589" y="169310"/>
                    <a:pt x="228994" y="169167"/>
                    <a:pt x="238217" y="168802"/>
                  </a:cubicBezTo>
                  <a:lnTo>
                    <a:pt x="277714" y="167567"/>
                  </a:lnTo>
                  <a:cubicBezTo>
                    <a:pt x="281946" y="167351"/>
                    <a:pt x="286179" y="167167"/>
                    <a:pt x="290411" y="166986"/>
                  </a:cubicBezTo>
                  <a:lnTo>
                    <a:pt x="290954" y="166986"/>
                  </a:lnTo>
                  <a:cubicBezTo>
                    <a:pt x="299850" y="166586"/>
                    <a:pt x="308569" y="166186"/>
                    <a:pt x="317211" y="165570"/>
                  </a:cubicBezTo>
                  <a:lnTo>
                    <a:pt x="318297" y="165497"/>
                  </a:lnTo>
                  <a:lnTo>
                    <a:pt x="318297" y="153108"/>
                  </a:lnTo>
                  <a:lnTo>
                    <a:pt x="317211" y="153035"/>
                  </a:lnTo>
                  <a:cubicBezTo>
                    <a:pt x="308280" y="152381"/>
                    <a:pt x="299345" y="151981"/>
                    <a:pt x="290954" y="151654"/>
                  </a:cubicBezTo>
                  <a:lnTo>
                    <a:pt x="290735" y="151727"/>
                  </a:lnTo>
                  <a:close/>
                </a:path>
              </a:pathLst>
            </a:custGeom>
            <a:solidFill>
              <a:srgbClr val="FFFFFF"/>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Arial"/>
                <a:ea typeface="Arial"/>
                <a:cs typeface="Arial"/>
                <a:sym typeface="Arial"/>
              </a:endParaRPr>
            </a:p>
          </p:txBody>
        </p:sp>
        <p:sp>
          <p:nvSpPr>
            <p:cNvPr id="92" name="Google Shape;92;p16"/>
            <p:cNvSpPr/>
            <p:nvPr/>
          </p:nvSpPr>
          <p:spPr>
            <a:xfrm>
              <a:off x="672963" y="636069"/>
              <a:ext cx="522980" cy="524542"/>
            </a:xfrm>
            <a:custGeom>
              <a:avLst/>
              <a:gdLst/>
              <a:ahLst/>
              <a:cxnLst/>
              <a:rect l="l" t="t" r="r" b="b"/>
              <a:pathLst>
                <a:path w="522980" h="524542" extrusionOk="0">
                  <a:moveTo>
                    <a:pt x="446376" y="76842"/>
                  </a:moveTo>
                  <a:cubicBezTo>
                    <a:pt x="409699" y="40037"/>
                    <a:pt x="363401" y="15221"/>
                    <a:pt x="312509" y="5084"/>
                  </a:cubicBezTo>
                  <a:cubicBezTo>
                    <a:pt x="261582" y="-5089"/>
                    <a:pt x="209353" y="70"/>
                    <a:pt x="161426" y="19981"/>
                  </a:cubicBezTo>
                  <a:cubicBezTo>
                    <a:pt x="113500" y="39891"/>
                    <a:pt x="72917" y="73283"/>
                    <a:pt x="44091" y="116555"/>
                  </a:cubicBezTo>
                  <a:cubicBezTo>
                    <a:pt x="15227" y="159865"/>
                    <a:pt x="0" y="210224"/>
                    <a:pt x="0" y="262287"/>
                  </a:cubicBezTo>
                  <a:cubicBezTo>
                    <a:pt x="73" y="332302"/>
                    <a:pt x="27308" y="398139"/>
                    <a:pt x="76679" y="447625"/>
                  </a:cubicBezTo>
                  <a:cubicBezTo>
                    <a:pt x="126054" y="497145"/>
                    <a:pt x="191665" y="524431"/>
                    <a:pt x="261474" y="524542"/>
                  </a:cubicBezTo>
                  <a:cubicBezTo>
                    <a:pt x="313379" y="524542"/>
                    <a:pt x="363582" y="509245"/>
                    <a:pt x="406733" y="480359"/>
                  </a:cubicBezTo>
                  <a:cubicBezTo>
                    <a:pt x="449885" y="451438"/>
                    <a:pt x="483197" y="410747"/>
                    <a:pt x="503053" y="362677"/>
                  </a:cubicBezTo>
                  <a:cubicBezTo>
                    <a:pt x="522913" y="314608"/>
                    <a:pt x="528047" y="262214"/>
                    <a:pt x="517922" y="211166"/>
                  </a:cubicBezTo>
                  <a:cubicBezTo>
                    <a:pt x="507794" y="160119"/>
                    <a:pt x="483051" y="113684"/>
                    <a:pt x="446338" y="76880"/>
                  </a:cubicBezTo>
                  <a:lnTo>
                    <a:pt x="446376" y="76842"/>
                  </a:lnTo>
                  <a:close/>
                  <a:moveTo>
                    <a:pt x="488115" y="307486"/>
                  </a:moveTo>
                  <a:cubicBezTo>
                    <a:pt x="479184" y="352575"/>
                    <a:pt x="457298" y="393634"/>
                    <a:pt x="424891" y="426152"/>
                  </a:cubicBezTo>
                  <a:cubicBezTo>
                    <a:pt x="392446" y="458670"/>
                    <a:pt x="351536" y="480616"/>
                    <a:pt x="306578" y="489589"/>
                  </a:cubicBezTo>
                  <a:cubicBezTo>
                    <a:pt x="261582" y="498564"/>
                    <a:pt x="215430" y="493986"/>
                    <a:pt x="173072" y="476400"/>
                  </a:cubicBezTo>
                  <a:cubicBezTo>
                    <a:pt x="130718" y="458813"/>
                    <a:pt x="94837" y="429276"/>
                    <a:pt x="69374" y="391052"/>
                  </a:cubicBezTo>
                  <a:cubicBezTo>
                    <a:pt x="43910" y="352832"/>
                    <a:pt x="30420" y="308287"/>
                    <a:pt x="30420" y="262287"/>
                  </a:cubicBezTo>
                  <a:cubicBezTo>
                    <a:pt x="30490" y="200413"/>
                    <a:pt x="54543" y="142244"/>
                    <a:pt x="98165" y="98498"/>
                  </a:cubicBezTo>
                  <a:cubicBezTo>
                    <a:pt x="141786" y="54753"/>
                    <a:pt x="199803" y="30626"/>
                    <a:pt x="261474" y="30553"/>
                  </a:cubicBezTo>
                  <a:cubicBezTo>
                    <a:pt x="307337" y="30553"/>
                    <a:pt x="351717" y="44069"/>
                    <a:pt x="389842" y="69612"/>
                  </a:cubicBezTo>
                  <a:cubicBezTo>
                    <a:pt x="427965" y="95155"/>
                    <a:pt x="457406" y="131125"/>
                    <a:pt x="474951" y="173600"/>
                  </a:cubicBezTo>
                  <a:cubicBezTo>
                    <a:pt x="492493" y="216072"/>
                    <a:pt x="497049" y="262398"/>
                    <a:pt x="488115" y="307486"/>
                  </a:cubicBezTo>
                  <a:close/>
                </a:path>
              </a:pathLst>
            </a:custGeom>
            <a:solidFill>
              <a:srgbClr val="FFFFFF"/>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Arial"/>
                <a:ea typeface="Arial"/>
                <a:cs typeface="Arial"/>
                <a:sym typeface="Arial"/>
              </a:endParaRPr>
            </a:p>
          </p:txBody>
        </p:sp>
        <p:sp>
          <p:nvSpPr>
            <p:cNvPr id="93" name="Google Shape;93;p16"/>
            <p:cNvSpPr/>
            <p:nvPr/>
          </p:nvSpPr>
          <p:spPr>
            <a:xfrm>
              <a:off x="3410553" y="784450"/>
              <a:ext cx="193199" cy="226066"/>
            </a:xfrm>
            <a:custGeom>
              <a:avLst/>
              <a:gdLst/>
              <a:ahLst/>
              <a:cxnLst/>
              <a:rect l="l" t="t" r="r" b="b"/>
              <a:pathLst>
                <a:path w="193199" h="226066" extrusionOk="0">
                  <a:moveTo>
                    <a:pt x="0" y="0"/>
                  </a:moveTo>
                  <a:lnTo>
                    <a:pt x="0" y="30156"/>
                  </a:lnTo>
                  <a:lnTo>
                    <a:pt x="80550" y="30156"/>
                  </a:lnTo>
                  <a:lnTo>
                    <a:pt x="80550" y="226066"/>
                  </a:lnTo>
                  <a:lnTo>
                    <a:pt x="112554" y="226066"/>
                  </a:lnTo>
                  <a:lnTo>
                    <a:pt x="112554" y="30156"/>
                  </a:lnTo>
                  <a:lnTo>
                    <a:pt x="193199" y="30156"/>
                  </a:lnTo>
                  <a:lnTo>
                    <a:pt x="193199" y="0"/>
                  </a:lnTo>
                  <a:lnTo>
                    <a:pt x="0" y="0"/>
                  </a:lnTo>
                  <a:close/>
                </a:path>
              </a:pathLst>
            </a:custGeom>
            <a:solidFill>
              <a:srgbClr val="FFFFFF"/>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Arial"/>
                <a:ea typeface="Arial"/>
                <a:cs typeface="Arial"/>
                <a:sym typeface="Arial"/>
              </a:endParaRPr>
            </a:p>
          </p:txBody>
        </p:sp>
        <p:sp>
          <p:nvSpPr>
            <p:cNvPr id="94" name="Google Shape;94;p16"/>
            <p:cNvSpPr/>
            <p:nvPr/>
          </p:nvSpPr>
          <p:spPr>
            <a:xfrm>
              <a:off x="2650677" y="784418"/>
              <a:ext cx="193836" cy="229987"/>
            </a:xfrm>
            <a:custGeom>
              <a:avLst/>
              <a:gdLst/>
              <a:ahLst/>
              <a:cxnLst/>
              <a:rect l="l" t="t" r="r" b="b"/>
              <a:pathLst>
                <a:path w="193836" h="229987" extrusionOk="0">
                  <a:moveTo>
                    <a:pt x="161896" y="128873"/>
                  </a:moveTo>
                  <a:cubicBezTo>
                    <a:pt x="161896" y="170475"/>
                    <a:pt x="135166" y="199504"/>
                    <a:pt x="96901" y="199504"/>
                  </a:cubicBezTo>
                  <a:cubicBezTo>
                    <a:pt x="58633" y="199504"/>
                    <a:pt x="31975" y="171129"/>
                    <a:pt x="31975" y="128873"/>
                  </a:cubicBezTo>
                  <a:lnTo>
                    <a:pt x="31975" y="0"/>
                  </a:lnTo>
                  <a:lnTo>
                    <a:pt x="0" y="0"/>
                  </a:lnTo>
                  <a:lnTo>
                    <a:pt x="0" y="128873"/>
                  </a:lnTo>
                  <a:cubicBezTo>
                    <a:pt x="0" y="189370"/>
                    <a:pt x="38954" y="229987"/>
                    <a:pt x="96901" y="229987"/>
                  </a:cubicBezTo>
                  <a:cubicBezTo>
                    <a:pt x="154845" y="229987"/>
                    <a:pt x="193837" y="189332"/>
                    <a:pt x="193837" y="128873"/>
                  </a:cubicBezTo>
                  <a:lnTo>
                    <a:pt x="193837" y="0"/>
                  </a:lnTo>
                  <a:lnTo>
                    <a:pt x="161935" y="0"/>
                  </a:lnTo>
                  <a:lnTo>
                    <a:pt x="161935" y="128873"/>
                  </a:lnTo>
                  <a:lnTo>
                    <a:pt x="161896" y="128873"/>
                  </a:lnTo>
                  <a:close/>
                </a:path>
              </a:pathLst>
            </a:custGeom>
            <a:solidFill>
              <a:srgbClr val="FFFFFF"/>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Arial"/>
                <a:ea typeface="Arial"/>
                <a:cs typeface="Arial"/>
                <a:sym typeface="Arial"/>
              </a:endParaRPr>
            </a:p>
          </p:txBody>
        </p:sp>
        <p:sp>
          <p:nvSpPr>
            <p:cNvPr id="95" name="Google Shape;95;p16"/>
            <p:cNvSpPr/>
            <p:nvPr/>
          </p:nvSpPr>
          <p:spPr>
            <a:xfrm>
              <a:off x="1631213" y="780573"/>
              <a:ext cx="234499" cy="235111"/>
            </a:xfrm>
            <a:custGeom>
              <a:avLst/>
              <a:gdLst/>
              <a:ahLst/>
              <a:cxnLst/>
              <a:rect l="l" t="t" r="r" b="b"/>
              <a:pathLst>
                <a:path w="234499" h="235111" extrusionOk="0">
                  <a:moveTo>
                    <a:pt x="200063" y="33969"/>
                  </a:moveTo>
                  <a:cubicBezTo>
                    <a:pt x="189106" y="23035"/>
                    <a:pt x="176301" y="14532"/>
                    <a:pt x="162014" y="8684"/>
                  </a:cubicBezTo>
                  <a:cubicBezTo>
                    <a:pt x="147942" y="2905"/>
                    <a:pt x="133115" y="0"/>
                    <a:pt x="117922" y="0"/>
                  </a:cubicBezTo>
                  <a:cubicBezTo>
                    <a:pt x="94303" y="0"/>
                    <a:pt x="71551" y="6721"/>
                    <a:pt x="52019" y="19872"/>
                  </a:cubicBezTo>
                  <a:cubicBezTo>
                    <a:pt x="32667" y="32880"/>
                    <a:pt x="17729" y="51156"/>
                    <a:pt x="8867" y="72739"/>
                  </a:cubicBezTo>
                  <a:cubicBezTo>
                    <a:pt x="-29" y="94320"/>
                    <a:pt x="-2271" y="117827"/>
                    <a:pt x="2321" y="140754"/>
                  </a:cubicBezTo>
                  <a:cubicBezTo>
                    <a:pt x="6915" y="163643"/>
                    <a:pt x="18056" y="184461"/>
                    <a:pt x="34585" y="200920"/>
                  </a:cubicBezTo>
                  <a:cubicBezTo>
                    <a:pt x="51079" y="217380"/>
                    <a:pt x="71913" y="228463"/>
                    <a:pt x="94773" y="232931"/>
                  </a:cubicBezTo>
                  <a:cubicBezTo>
                    <a:pt x="102260" y="234385"/>
                    <a:pt x="109820" y="235112"/>
                    <a:pt x="117344" y="235112"/>
                  </a:cubicBezTo>
                  <a:cubicBezTo>
                    <a:pt x="132788" y="235112"/>
                    <a:pt x="148123" y="232023"/>
                    <a:pt x="162556" y="225955"/>
                  </a:cubicBezTo>
                  <a:cubicBezTo>
                    <a:pt x="184042" y="216945"/>
                    <a:pt x="202161" y="201866"/>
                    <a:pt x="215039" y="182391"/>
                  </a:cubicBezTo>
                  <a:cubicBezTo>
                    <a:pt x="227879" y="162916"/>
                    <a:pt x="234607" y="140281"/>
                    <a:pt x="234499" y="116919"/>
                  </a:cubicBezTo>
                  <a:cubicBezTo>
                    <a:pt x="234499" y="101441"/>
                    <a:pt x="231495" y="86325"/>
                    <a:pt x="225599" y="72012"/>
                  </a:cubicBezTo>
                  <a:cubicBezTo>
                    <a:pt x="219668" y="57696"/>
                    <a:pt x="211131" y="44907"/>
                    <a:pt x="200174" y="33969"/>
                  </a:cubicBezTo>
                  <a:lnTo>
                    <a:pt x="200063" y="33969"/>
                  </a:lnTo>
                  <a:close/>
                  <a:moveTo>
                    <a:pt x="202199" y="116992"/>
                  </a:moveTo>
                  <a:cubicBezTo>
                    <a:pt x="202342" y="128327"/>
                    <a:pt x="200282" y="139446"/>
                    <a:pt x="196084" y="149984"/>
                  </a:cubicBezTo>
                  <a:cubicBezTo>
                    <a:pt x="191852" y="160519"/>
                    <a:pt x="185705" y="169967"/>
                    <a:pt x="177749" y="178032"/>
                  </a:cubicBezTo>
                  <a:cubicBezTo>
                    <a:pt x="169789" y="186134"/>
                    <a:pt x="160458" y="192421"/>
                    <a:pt x="150041" y="196815"/>
                  </a:cubicBezTo>
                  <a:cubicBezTo>
                    <a:pt x="139588" y="201178"/>
                    <a:pt x="128555" y="203429"/>
                    <a:pt x="117233" y="203429"/>
                  </a:cubicBezTo>
                  <a:cubicBezTo>
                    <a:pt x="100415" y="203429"/>
                    <a:pt x="84175" y="198488"/>
                    <a:pt x="70176" y="189112"/>
                  </a:cubicBezTo>
                  <a:cubicBezTo>
                    <a:pt x="56178" y="179775"/>
                    <a:pt x="45364" y="166624"/>
                    <a:pt x="38890" y="151073"/>
                  </a:cubicBezTo>
                  <a:cubicBezTo>
                    <a:pt x="32416" y="135522"/>
                    <a:pt x="30680" y="118589"/>
                    <a:pt x="33861" y="102022"/>
                  </a:cubicBezTo>
                  <a:cubicBezTo>
                    <a:pt x="37045" y="85490"/>
                    <a:pt x="44967" y="70412"/>
                    <a:pt x="56794" y="58385"/>
                  </a:cubicBezTo>
                  <a:cubicBezTo>
                    <a:pt x="68586" y="46396"/>
                    <a:pt x="83524" y="38221"/>
                    <a:pt x="99980" y="34807"/>
                  </a:cubicBezTo>
                  <a:cubicBezTo>
                    <a:pt x="105733" y="33607"/>
                    <a:pt x="111518" y="33026"/>
                    <a:pt x="117306" y="33026"/>
                  </a:cubicBezTo>
                  <a:cubicBezTo>
                    <a:pt x="128085" y="33026"/>
                    <a:pt x="138791" y="35096"/>
                    <a:pt x="148955" y="39167"/>
                  </a:cubicBezTo>
                  <a:cubicBezTo>
                    <a:pt x="164544" y="45450"/>
                    <a:pt x="177819" y="56096"/>
                    <a:pt x="187331" y="70012"/>
                  </a:cubicBezTo>
                  <a:cubicBezTo>
                    <a:pt x="196846" y="83893"/>
                    <a:pt x="201980" y="100168"/>
                    <a:pt x="202234" y="116992"/>
                  </a:cubicBezTo>
                  <a:lnTo>
                    <a:pt x="202199" y="116992"/>
                  </a:lnTo>
                  <a:close/>
                </a:path>
              </a:pathLst>
            </a:custGeom>
            <a:solidFill>
              <a:srgbClr val="FFFFFF"/>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Arial"/>
                <a:ea typeface="Arial"/>
                <a:cs typeface="Arial"/>
                <a:sym typeface="Arial"/>
              </a:endParaRPr>
            </a:p>
          </p:txBody>
        </p:sp>
        <p:sp>
          <p:nvSpPr>
            <p:cNvPr id="96" name="Google Shape;96;p16"/>
            <p:cNvSpPr/>
            <p:nvPr/>
          </p:nvSpPr>
          <p:spPr>
            <a:xfrm>
              <a:off x="2449607" y="784450"/>
              <a:ext cx="152599" cy="226066"/>
            </a:xfrm>
            <a:custGeom>
              <a:avLst/>
              <a:gdLst/>
              <a:ahLst/>
              <a:cxnLst/>
              <a:rect l="l" t="t" r="r" b="b"/>
              <a:pathLst>
                <a:path w="152599" h="226066" extrusionOk="0">
                  <a:moveTo>
                    <a:pt x="31937" y="0"/>
                  </a:moveTo>
                  <a:lnTo>
                    <a:pt x="0" y="0"/>
                  </a:lnTo>
                  <a:lnTo>
                    <a:pt x="0" y="226066"/>
                  </a:lnTo>
                  <a:lnTo>
                    <a:pt x="152600" y="226066"/>
                  </a:lnTo>
                  <a:lnTo>
                    <a:pt x="152600" y="195945"/>
                  </a:lnTo>
                  <a:lnTo>
                    <a:pt x="31937" y="195945"/>
                  </a:lnTo>
                  <a:lnTo>
                    <a:pt x="31937" y="0"/>
                  </a:lnTo>
                  <a:close/>
                </a:path>
              </a:pathLst>
            </a:custGeom>
            <a:solidFill>
              <a:srgbClr val="FFFFFF"/>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Arial"/>
                <a:ea typeface="Arial"/>
                <a:cs typeface="Arial"/>
                <a:sym typeface="Arial"/>
              </a:endParaRPr>
            </a:p>
          </p:txBody>
        </p:sp>
        <p:sp>
          <p:nvSpPr>
            <p:cNvPr id="97" name="Google Shape;97;p16"/>
            <p:cNvSpPr/>
            <p:nvPr/>
          </p:nvSpPr>
          <p:spPr>
            <a:xfrm>
              <a:off x="1353035" y="780633"/>
              <a:ext cx="224942" cy="234302"/>
            </a:xfrm>
            <a:custGeom>
              <a:avLst/>
              <a:gdLst/>
              <a:ahLst/>
              <a:cxnLst/>
              <a:rect l="l" t="t" r="r" b="b"/>
              <a:pathLst>
                <a:path w="224942" h="234302" extrusionOk="0">
                  <a:moveTo>
                    <a:pt x="116900" y="30401"/>
                  </a:moveTo>
                  <a:cubicBezTo>
                    <a:pt x="133864" y="29493"/>
                    <a:pt x="150685" y="34617"/>
                    <a:pt x="164284" y="44825"/>
                  </a:cubicBezTo>
                  <a:cubicBezTo>
                    <a:pt x="177886" y="55036"/>
                    <a:pt x="187506" y="69787"/>
                    <a:pt x="191411" y="86392"/>
                  </a:cubicBezTo>
                  <a:lnTo>
                    <a:pt x="191992" y="88935"/>
                  </a:lnTo>
                  <a:lnTo>
                    <a:pt x="224942" y="88935"/>
                  </a:lnTo>
                  <a:lnTo>
                    <a:pt x="224184" y="85011"/>
                  </a:lnTo>
                  <a:cubicBezTo>
                    <a:pt x="219335" y="60303"/>
                    <a:pt x="205807" y="38103"/>
                    <a:pt x="186058" y="22552"/>
                  </a:cubicBezTo>
                  <a:cubicBezTo>
                    <a:pt x="166310" y="6966"/>
                    <a:pt x="141605" y="-990"/>
                    <a:pt x="116719" y="99"/>
                  </a:cubicBezTo>
                  <a:cubicBezTo>
                    <a:pt x="85541" y="99"/>
                    <a:pt x="56245" y="12272"/>
                    <a:pt x="34179" y="34398"/>
                  </a:cubicBezTo>
                  <a:cubicBezTo>
                    <a:pt x="12116" y="56490"/>
                    <a:pt x="0" y="85919"/>
                    <a:pt x="0" y="117164"/>
                  </a:cubicBezTo>
                  <a:cubicBezTo>
                    <a:pt x="0" y="148412"/>
                    <a:pt x="12154" y="177841"/>
                    <a:pt x="34179" y="199933"/>
                  </a:cubicBezTo>
                  <a:cubicBezTo>
                    <a:pt x="56207" y="222022"/>
                    <a:pt x="85541" y="234230"/>
                    <a:pt x="116576" y="234230"/>
                  </a:cubicBezTo>
                  <a:cubicBezTo>
                    <a:pt x="118024" y="234303"/>
                    <a:pt x="119434" y="234303"/>
                    <a:pt x="120882" y="234303"/>
                  </a:cubicBezTo>
                  <a:cubicBezTo>
                    <a:pt x="144501" y="234303"/>
                    <a:pt x="167538" y="226311"/>
                    <a:pt x="186131" y="211560"/>
                  </a:cubicBezTo>
                  <a:cubicBezTo>
                    <a:pt x="205845" y="195936"/>
                    <a:pt x="219370" y="173663"/>
                    <a:pt x="224184" y="148920"/>
                  </a:cubicBezTo>
                  <a:lnTo>
                    <a:pt x="224942" y="144996"/>
                  </a:lnTo>
                  <a:lnTo>
                    <a:pt x="191992" y="144996"/>
                  </a:lnTo>
                  <a:lnTo>
                    <a:pt x="191376" y="147504"/>
                  </a:lnTo>
                  <a:cubicBezTo>
                    <a:pt x="187433" y="164072"/>
                    <a:pt x="177775" y="178823"/>
                    <a:pt x="164211" y="189068"/>
                  </a:cubicBezTo>
                  <a:cubicBezTo>
                    <a:pt x="150647" y="199314"/>
                    <a:pt x="133829" y="204512"/>
                    <a:pt x="116719" y="203711"/>
                  </a:cubicBezTo>
                  <a:cubicBezTo>
                    <a:pt x="93824" y="203457"/>
                    <a:pt x="72377" y="194301"/>
                    <a:pt x="56280" y="177988"/>
                  </a:cubicBezTo>
                  <a:cubicBezTo>
                    <a:pt x="40186" y="161674"/>
                    <a:pt x="31321" y="140018"/>
                    <a:pt x="31321" y="117091"/>
                  </a:cubicBezTo>
                  <a:cubicBezTo>
                    <a:pt x="31321" y="94168"/>
                    <a:pt x="40186" y="72511"/>
                    <a:pt x="56280" y="56163"/>
                  </a:cubicBezTo>
                  <a:cubicBezTo>
                    <a:pt x="72377" y="39850"/>
                    <a:pt x="93824" y="30693"/>
                    <a:pt x="116865" y="30439"/>
                  </a:cubicBezTo>
                  <a:lnTo>
                    <a:pt x="116900" y="30401"/>
                  </a:lnTo>
                  <a:close/>
                </a:path>
              </a:pathLst>
            </a:custGeom>
            <a:solidFill>
              <a:srgbClr val="FFFFFF"/>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Arial"/>
                <a:ea typeface="Arial"/>
                <a:cs typeface="Arial"/>
                <a:sym typeface="Arial"/>
              </a:endParaRPr>
            </a:p>
          </p:txBody>
        </p:sp>
        <p:sp>
          <p:nvSpPr>
            <p:cNvPr id="98" name="Google Shape;98;p16"/>
            <p:cNvSpPr/>
            <p:nvPr/>
          </p:nvSpPr>
          <p:spPr>
            <a:xfrm>
              <a:off x="1933168" y="784450"/>
              <a:ext cx="193186" cy="226066"/>
            </a:xfrm>
            <a:custGeom>
              <a:avLst/>
              <a:gdLst/>
              <a:ahLst/>
              <a:cxnLst/>
              <a:rect l="l" t="t" r="r" b="b"/>
              <a:pathLst>
                <a:path w="193186" h="226066" extrusionOk="0">
                  <a:moveTo>
                    <a:pt x="161246" y="169313"/>
                  </a:moveTo>
                  <a:lnTo>
                    <a:pt x="25355" y="0"/>
                  </a:lnTo>
                  <a:lnTo>
                    <a:pt x="0" y="0"/>
                  </a:lnTo>
                  <a:lnTo>
                    <a:pt x="0" y="226066"/>
                  </a:lnTo>
                  <a:lnTo>
                    <a:pt x="31975" y="226066"/>
                  </a:lnTo>
                  <a:lnTo>
                    <a:pt x="31975" y="58969"/>
                  </a:lnTo>
                  <a:lnTo>
                    <a:pt x="167107" y="226066"/>
                  </a:lnTo>
                  <a:lnTo>
                    <a:pt x="193186" y="226066"/>
                  </a:lnTo>
                  <a:lnTo>
                    <a:pt x="193186" y="0"/>
                  </a:lnTo>
                  <a:lnTo>
                    <a:pt x="161246" y="0"/>
                  </a:lnTo>
                  <a:lnTo>
                    <a:pt x="161246" y="169313"/>
                  </a:lnTo>
                  <a:close/>
                </a:path>
              </a:pathLst>
            </a:custGeom>
            <a:solidFill>
              <a:srgbClr val="FFFFFF"/>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Arial"/>
                <a:ea typeface="Arial"/>
                <a:cs typeface="Arial"/>
                <a:sym typeface="Arial"/>
              </a:endParaRPr>
            </a:p>
          </p:txBody>
        </p:sp>
        <p:sp>
          <p:nvSpPr>
            <p:cNvPr id="99" name="Google Shape;99;p16"/>
            <p:cNvSpPr/>
            <p:nvPr/>
          </p:nvSpPr>
          <p:spPr>
            <a:xfrm>
              <a:off x="2927162" y="784450"/>
              <a:ext cx="159728" cy="226066"/>
            </a:xfrm>
            <a:custGeom>
              <a:avLst/>
              <a:gdLst/>
              <a:ahLst/>
              <a:cxnLst/>
              <a:rect l="l" t="t" r="r" b="b"/>
              <a:pathLst>
                <a:path w="159728" h="226066" extrusionOk="0">
                  <a:moveTo>
                    <a:pt x="0" y="226066"/>
                  </a:moveTo>
                  <a:lnTo>
                    <a:pt x="159728" y="226066"/>
                  </a:lnTo>
                  <a:lnTo>
                    <a:pt x="159728" y="195945"/>
                  </a:lnTo>
                  <a:lnTo>
                    <a:pt x="32010" y="195945"/>
                  </a:lnTo>
                  <a:lnTo>
                    <a:pt x="32010" y="128946"/>
                  </a:lnTo>
                  <a:lnTo>
                    <a:pt x="146923" y="128946"/>
                  </a:lnTo>
                  <a:lnTo>
                    <a:pt x="146923" y="98825"/>
                  </a:lnTo>
                  <a:lnTo>
                    <a:pt x="32010" y="98825"/>
                  </a:lnTo>
                  <a:lnTo>
                    <a:pt x="32010" y="30156"/>
                  </a:lnTo>
                  <a:lnTo>
                    <a:pt x="159728" y="30156"/>
                  </a:lnTo>
                  <a:lnTo>
                    <a:pt x="159728" y="0"/>
                  </a:lnTo>
                  <a:lnTo>
                    <a:pt x="0" y="0"/>
                  </a:lnTo>
                  <a:lnTo>
                    <a:pt x="0" y="226066"/>
                  </a:lnTo>
                  <a:close/>
                </a:path>
              </a:pathLst>
            </a:custGeom>
            <a:solidFill>
              <a:srgbClr val="FFFFFF"/>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Arial"/>
                <a:ea typeface="Arial"/>
                <a:cs typeface="Arial"/>
                <a:sym typeface="Arial"/>
              </a:endParaRPr>
            </a:p>
          </p:txBody>
        </p:sp>
        <p:sp>
          <p:nvSpPr>
            <p:cNvPr id="100" name="Google Shape;100;p16"/>
            <p:cNvSpPr/>
            <p:nvPr/>
          </p:nvSpPr>
          <p:spPr>
            <a:xfrm>
              <a:off x="3156407" y="784386"/>
              <a:ext cx="193154" cy="226028"/>
            </a:xfrm>
            <a:custGeom>
              <a:avLst/>
              <a:gdLst/>
              <a:ahLst/>
              <a:cxnLst/>
              <a:rect l="l" t="t" r="r" b="b"/>
              <a:pathLst>
                <a:path w="193154" h="226028" extrusionOk="0">
                  <a:moveTo>
                    <a:pt x="161246" y="169313"/>
                  </a:moveTo>
                  <a:lnTo>
                    <a:pt x="25514" y="0"/>
                  </a:lnTo>
                  <a:lnTo>
                    <a:pt x="0" y="0"/>
                  </a:lnTo>
                  <a:lnTo>
                    <a:pt x="0" y="226028"/>
                  </a:lnTo>
                  <a:lnTo>
                    <a:pt x="31960" y="226028"/>
                  </a:lnTo>
                  <a:lnTo>
                    <a:pt x="31960" y="58969"/>
                  </a:lnTo>
                  <a:lnTo>
                    <a:pt x="167119" y="226028"/>
                  </a:lnTo>
                  <a:lnTo>
                    <a:pt x="193154" y="226028"/>
                  </a:lnTo>
                  <a:lnTo>
                    <a:pt x="193154" y="0"/>
                  </a:lnTo>
                  <a:lnTo>
                    <a:pt x="161246" y="0"/>
                  </a:lnTo>
                  <a:lnTo>
                    <a:pt x="161246" y="169313"/>
                  </a:lnTo>
                  <a:close/>
                </a:path>
              </a:pathLst>
            </a:custGeom>
            <a:solidFill>
              <a:srgbClr val="FFFFFF"/>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Arial"/>
                <a:ea typeface="Arial"/>
                <a:cs typeface="Arial"/>
                <a:sym typeface="Arial"/>
              </a:endParaRPr>
            </a:p>
          </p:txBody>
        </p:sp>
        <p:sp>
          <p:nvSpPr>
            <p:cNvPr id="101" name="Google Shape;101;p16"/>
            <p:cNvSpPr/>
            <p:nvPr/>
          </p:nvSpPr>
          <p:spPr>
            <a:xfrm>
              <a:off x="2211317" y="784450"/>
              <a:ext cx="156724" cy="226101"/>
            </a:xfrm>
            <a:custGeom>
              <a:avLst/>
              <a:gdLst/>
              <a:ahLst/>
              <a:cxnLst/>
              <a:rect l="l" t="t" r="r" b="b"/>
              <a:pathLst>
                <a:path w="156724" h="226101" extrusionOk="0">
                  <a:moveTo>
                    <a:pt x="0" y="226101"/>
                  </a:moveTo>
                  <a:lnTo>
                    <a:pt x="31975" y="226101"/>
                  </a:lnTo>
                  <a:lnTo>
                    <a:pt x="31975" y="134506"/>
                  </a:lnTo>
                  <a:lnTo>
                    <a:pt x="143342" y="134506"/>
                  </a:lnTo>
                  <a:lnTo>
                    <a:pt x="143342" y="104277"/>
                  </a:lnTo>
                  <a:lnTo>
                    <a:pt x="31975" y="104277"/>
                  </a:lnTo>
                  <a:lnTo>
                    <a:pt x="31975" y="30156"/>
                  </a:lnTo>
                  <a:lnTo>
                    <a:pt x="156724" y="30156"/>
                  </a:lnTo>
                  <a:lnTo>
                    <a:pt x="156724" y="0"/>
                  </a:lnTo>
                  <a:lnTo>
                    <a:pt x="0" y="0"/>
                  </a:lnTo>
                  <a:lnTo>
                    <a:pt x="0" y="226101"/>
                  </a:lnTo>
                  <a:close/>
                </a:path>
              </a:pathLst>
            </a:custGeom>
            <a:solidFill>
              <a:srgbClr val="FFFFFF"/>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Arial"/>
                <a:ea typeface="Arial"/>
                <a:cs typeface="Arial"/>
                <a:sym typeface="Arial"/>
              </a:endParaRPr>
            </a:p>
          </p:txBody>
        </p:sp>
      </p:grpSp>
      <p:sp>
        <p:nvSpPr>
          <p:cNvPr id="102" name="Google Shape;102;p16"/>
          <p:cNvSpPr txBox="1">
            <a:spLocks noGrp="1"/>
          </p:cNvSpPr>
          <p:nvPr>
            <p:ph type="title"/>
          </p:nvPr>
        </p:nvSpPr>
        <p:spPr>
          <a:xfrm>
            <a:off x="685800" y="4951002"/>
            <a:ext cx="10207200" cy="3865500"/>
          </a:xfrm>
          <a:prstGeom prst="rect">
            <a:avLst/>
          </a:prstGeom>
        </p:spPr>
        <p:txBody>
          <a:bodyPr spcFirstLastPara="1" wrap="square" lIns="0" tIns="0" rIns="0" bIns="0" anchor="b" anchorCtr="0">
            <a:noAutofit/>
          </a:bodyPr>
          <a:lstStyle>
            <a:lvl1pPr lvl="0">
              <a:lnSpc>
                <a:spcPct val="115000"/>
              </a:lnSpc>
              <a:spcBef>
                <a:spcPts val="0"/>
              </a:spcBef>
              <a:spcAft>
                <a:spcPts val="0"/>
              </a:spcAft>
              <a:buClr>
                <a:schemeClr val="lt1"/>
              </a:buClr>
              <a:buSzPts val="5600"/>
              <a:buFont typeface="Poppins Light"/>
              <a:buNone/>
              <a:defRPr sz="5600">
                <a:solidFill>
                  <a:schemeClr val="lt1"/>
                </a:solidFill>
                <a:latin typeface="Poppins Light"/>
                <a:ea typeface="Poppins Light"/>
                <a:cs typeface="Poppins Light"/>
                <a:sym typeface="Poppins Light"/>
              </a:defRPr>
            </a:lvl1pPr>
            <a:lvl2pPr lvl="1">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2pPr>
            <a:lvl3pPr lvl="2">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3pPr>
            <a:lvl4pPr lvl="3">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4pPr>
            <a:lvl5pPr lvl="4">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5pPr>
            <a:lvl6pPr lvl="5">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6pPr>
            <a:lvl7pPr lvl="6">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7pPr>
            <a:lvl8pPr lvl="7">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8pPr>
            <a:lvl9pPr lvl="8">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9pPr>
          </a:lstStyle>
          <a:p>
            <a:endParaRPr/>
          </a:p>
        </p:txBody>
      </p:sp>
      <p:sp>
        <p:nvSpPr>
          <p:cNvPr id="103" name="Google Shape;103;p16"/>
          <p:cNvSpPr txBox="1">
            <a:spLocks noGrp="1"/>
          </p:cNvSpPr>
          <p:nvPr>
            <p:ph type="subTitle" idx="1"/>
          </p:nvPr>
        </p:nvSpPr>
        <p:spPr>
          <a:xfrm>
            <a:off x="685800" y="8947300"/>
            <a:ext cx="8224500" cy="6537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9pPr>
          </a:lstStyle>
          <a:p>
            <a:endParaRPr/>
          </a:p>
        </p:txBody>
      </p:sp>
      <p:sp>
        <p:nvSpPr>
          <p:cNvPr id="104" name="Google Shape;104;p16"/>
          <p:cNvSpPr/>
          <p:nvPr/>
        </p:nvSpPr>
        <p:spPr>
          <a:xfrm>
            <a:off x="4433595" y="-9"/>
            <a:ext cx="13854398" cy="10286997"/>
          </a:xfrm>
          <a:custGeom>
            <a:avLst/>
            <a:gdLst/>
            <a:ahLst/>
            <a:cxnLst/>
            <a:rect l="l" t="t" r="r" b="b"/>
            <a:pathLst>
              <a:path w="9236265" h="6857998" extrusionOk="0">
                <a:moveTo>
                  <a:pt x="9236265" y="6789544"/>
                </a:moveTo>
                <a:lnTo>
                  <a:pt x="9236265" y="6806689"/>
                </a:lnTo>
                <a:lnTo>
                  <a:pt x="9215818" y="6857997"/>
                </a:lnTo>
                <a:lnTo>
                  <a:pt x="9208960" y="6857997"/>
                </a:lnTo>
                <a:close/>
                <a:moveTo>
                  <a:pt x="9236264" y="6507287"/>
                </a:moveTo>
                <a:lnTo>
                  <a:pt x="9236264" y="6523670"/>
                </a:lnTo>
                <a:lnTo>
                  <a:pt x="9095739" y="6857997"/>
                </a:lnTo>
                <a:lnTo>
                  <a:pt x="9088881" y="6857997"/>
                </a:lnTo>
                <a:close/>
                <a:moveTo>
                  <a:pt x="9236265" y="6248017"/>
                </a:moveTo>
                <a:lnTo>
                  <a:pt x="9236265" y="6263701"/>
                </a:lnTo>
                <a:lnTo>
                  <a:pt x="8973248" y="6857998"/>
                </a:lnTo>
                <a:lnTo>
                  <a:pt x="8966327" y="6857998"/>
                </a:lnTo>
                <a:close/>
                <a:moveTo>
                  <a:pt x="9236265" y="6009447"/>
                </a:moveTo>
                <a:lnTo>
                  <a:pt x="9236265" y="6024496"/>
                </a:lnTo>
                <a:lnTo>
                  <a:pt x="8848153" y="6857998"/>
                </a:lnTo>
                <a:lnTo>
                  <a:pt x="8841168" y="6857998"/>
                </a:lnTo>
                <a:close/>
                <a:moveTo>
                  <a:pt x="9236265" y="5789419"/>
                </a:moveTo>
                <a:lnTo>
                  <a:pt x="9236265" y="5803897"/>
                </a:lnTo>
                <a:lnTo>
                  <a:pt x="8720327" y="6857997"/>
                </a:lnTo>
                <a:lnTo>
                  <a:pt x="8713279" y="6857997"/>
                </a:lnTo>
                <a:close/>
                <a:moveTo>
                  <a:pt x="9236264" y="5625145"/>
                </a:moveTo>
                <a:lnTo>
                  <a:pt x="9236264" y="5635750"/>
                </a:lnTo>
                <a:lnTo>
                  <a:pt x="9175241" y="5718554"/>
                </a:lnTo>
                <a:lnTo>
                  <a:pt x="8589517" y="6857998"/>
                </a:lnTo>
                <a:lnTo>
                  <a:pt x="8582405" y="6857998"/>
                </a:lnTo>
                <a:lnTo>
                  <a:pt x="9169907" y="5715188"/>
                </a:lnTo>
                <a:close/>
                <a:moveTo>
                  <a:pt x="9236265" y="5454584"/>
                </a:moveTo>
                <a:lnTo>
                  <a:pt x="9236265" y="5465887"/>
                </a:lnTo>
                <a:lnTo>
                  <a:pt x="9092755" y="5677406"/>
                </a:lnTo>
                <a:lnTo>
                  <a:pt x="8455787" y="6857998"/>
                </a:lnTo>
                <a:lnTo>
                  <a:pt x="8448548" y="6857998"/>
                </a:lnTo>
                <a:lnTo>
                  <a:pt x="9087358" y="5674104"/>
                </a:lnTo>
                <a:close/>
                <a:moveTo>
                  <a:pt x="9236265" y="5258813"/>
                </a:moveTo>
                <a:lnTo>
                  <a:pt x="9236265" y="5270878"/>
                </a:lnTo>
                <a:lnTo>
                  <a:pt x="9010332" y="5636257"/>
                </a:lnTo>
                <a:lnTo>
                  <a:pt x="8318817" y="6857997"/>
                </a:lnTo>
                <a:lnTo>
                  <a:pt x="8311515" y="6857997"/>
                </a:lnTo>
                <a:lnTo>
                  <a:pt x="9004808" y="5633019"/>
                </a:lnTo>
                <a:close/>
                <a:moveTo>
                  <a:pt x="9236265" y="5028753"/>
                </a:moveTo>
                <a:lnTo>
                  <a:pt x="9236265" y="5041770"/>
                </a:lnTo>
                <a:lnTo>
                  <a:pt x="8927846" y="5595046"/>
                </a:lnTo>
                <a:lnTo>
                  <a:pt x="8178482" y="6857998"/>
                </a:lnTo>
                <a:lnTo>
                  <a:pt x="8171116" y="6857998"/>
                </a:lnTo>
                <a:lnTo>
                  <a:pt x="8922321" y="5591935"/>
                </a:lnTo>
                <a:close/>
                <a:moveTo>
                  <a:pt x="9236265" y="4750496"/>
                </a:moveTo>
                <a:lnTo>
                  <a:pt x="9236265" y="4764720"/>
                </a:lnTo>
                <a:lnTo>
                  <a:pt x="8845295" y="5553898"/>
                </a:lnTo>
                <a:lnTo>
                  <a:pt x="8034527" y="6857998"/>
                </a:lnTo>
                <a:lnTo>
                  <a:pt x="8027098" y="6857998"/>
                </a:lnTo>
                <a:lnTo>
                  <a:pt x="8839771" y="5550850"/>
                </a:lnTo>
                <a:close/>
                <a:moveTo>
                  <a:pt x="6537473" y="4403753"/>
                </a:moveTo>
                <a:lnTo>
                  <a:pt x="6536816" y="4404040"/>
                </a:lnTo>
                <a:lnTo>
                  <a:pt x="6536817" y="4404040"/>
                </a:lnTo>
                <a:close/>
                <a:moveTo>
                  <a:pt x="9236265" y="4401563"/>
                </a:moveTo>
                <a:lnTo>
                  <a:pt x="9236265" y="4417502"/>
                </a:lnTo>
                <a:lnTo>
                  <a:pt x="8762810" y="5512750"/>
                </a:lnTo>
                <a:lnTo>
                  <a:pt x="7886890" y="6857997"/>
                </a:lnTo>
                <a:lnTo>
                  <a:pt x="7879334" y="6857997"/>
                </a:lnTo>
                <a:lnTo>
                  <a:pt x="8757222" y="5509765"/>
                </a:lnTo>
                <a:close/>
                <a:moveTo>
                  <a:pt x="6507562" y="4387223"/>
                </a:moveTo>
                <a:lnTo>
                  <a:pt x="6507572" y="4387228"/>
                </a:lnTo>
                <a:lnTo>
                  <a:pt x="6517527" y="4392613"/>
                </a:lnTo>
                <a:lnTo>
                  <a:pt x="6517928" y="4392830"/>
                </a:lnTo>
                <a:close/>
                <a:moveTo>
                  <a:pt x="9236265" y="3942332"/>
                </a:moveTo>
                <a:lnTo>
                  <a:pt x="9236265" y="3960683"/>
                </a:lnTo>
                <a:lnTo>
                  <a:pt x="8680196" y="5471857"/>
                </a:lnTo>
                <a:lnTo>
                  <a:pt x="8679941" y="5472174"/>
                </a:lnTo>
                <a:lnTo>
                  <a:pt x="7735315" y="6857998"/>
                </a:lnTo>
                <a:lnTo>
                  <a:pt x="7727632" y="6857998"/>
                </a:lnTo>
                <a:lnTo>
                  <a:pt x="8674480" y="5468935"/>
                </a:lnTo>
                <a:close/>
                <a:moveTo>
                  <a:pt x="9236264" y="3297743"/>
                </a:moveTo>
                <a:lnTo>
                  <a:pt x="9236264" y="3319715"/>
                </a:lnTo>
                <a:lnTo>
                  <a:pt x="8597645" y="5430771"/>
                </a:lnTo>
                <a:lnTo>
                  <a:pt x="8597391" y="5431216"/>
                </a:lnTo>
                <a:lnTo>
                  <a:pt x="7579486" y="6857998"/>
                </a:lnTo>
                <a:lnTo>
                  <a:pt x="7571676" y="6857998"/>
                </a:lnTo>
                <a:lnTo>
                  <a:pt x="8591866" y="5427977"/>
                </a:lnTo>
                <a:close/>
                <a:moveTo>
                  <a:pt x="9236264" y="2303525"/>
                </a:moveTo>
                <a:lnTo>
                  <a:pt x="9236264" y="2331084"/>
                </a:lnTo>
                <a:lnTo>
                  <a:pt x="8515095" y="5389751"/>
                </a:lnTo>
                <a:lnTo>
                  <a:pt x="8514715" y="5390259"/>
                </a:lnTo>
                <a:lnTo>
                  <a:pt x="7419213" y="6857998"/>
                </a:lnTo>
                <a:lnTo>
                  <a:pt x="7411275" y="6857998"/>
                </a:lnTo>
                <a:lnTo>
                  <a:pt x="8509253" y="5386957"/>
                </a:lnTo>
                <a:close/>
                <a:moveTo>
                  <a:pt x="9236265" y="720469"/>
                </a:moveTo>
                <a:lnTo>
                  <a:pt x="9236265" y="735645"/>
                </a:lnTo>
                <a:lnTo>
                  <a:pt x="9189720" y="836801"/>
                </a:lnTo>
                <a:lnTo>
                  <a:pt x="8432609" y="5348602"/>
                </a:lnTo>
                <a:lnTo>
                  <a:pt x="8432102" y="5349237"/>
                </a:lnTo>
                <a:lnTo>
                  <a:pt x="7254177" y="6857997"/>
                </a:lnTo>
                <a:lnTo>
                  <a:pt x="7246112" y="6857997"/>
                </a:lnTo>
                <a:lnTo>
                  <a:pt x="8426640" y="5345935"/>
                </a:lnTo>
                <a:lnTo>
                  <a:pt x="9183624" y="834896"/>
                </a:lnTo>
                <a:lnTo>
                  <a:pt x="9183815" y="834515"/>
                </a:lnTo>
                <a:close/>
                <a:moveTo>
                  <a:pt x="1098232" y="2"/>
                </a:moveTo>
                <a:lnTo>
                  <a:pt x="1106360" y="2"/>
                </a:lnTo>
                <a:lnTo>
                  <a:pt x="408940" y="865507"/>
                </a:lnTo>
                <a:lnTo>
                  <a:pt x="6614731" y="4441633"/>
                </a:lnTo>
                <a:lnTo>
                  <a:pt x="6620065" y="4444681"/>
                </a:lnTo>
                <a:lnTo>
                  <a:pt x="6614477" y="4447221"/>
                </a:lnTo>
                <a:lnTo>
                  <a:pt x="1383918" y="6857998"/>
                </a:lnTo>
                <a:lnTo>
                  <a:pt x="1368742" y="6857998"/>
                </a:lnTo>
                <a:lnTo>
                  <a:pt x="6606222" y="4444046"/>
                </a:lnTo>
                <a:lnTo>
                  <a:pt x="6536816" y="4404041"/>
                </a:lnTo>
                <a:lnTo>
                  <a:pt x="6531865" y="4406200"/>
                </a:lnTo>
                <a:lnTo>
                  <a:pt x="922845" y="6857998"/>
                </a:lnTo>
                <a:lnTo>
                  <a:pt x="906970" y="6857998"/>
                </a:lnTo>
                <a:lnTo>
                  <a:pt x="6523355" y="4402961"/>
                </a:lnTo>
                <a:lnTo>
                  <a:pt x="0" y="868746"/>
                </a:lnTo>
                <a:lnTo>
                  <a:pt x="2413" y="865761"/>
                </a:lnTo>
                <a:lnTo>
                  <a:pt x="708850" y="2"/>
                </a:lnTo>
                <a:lnTo>
                  <a:pt x="717043" y="2"/>
                </a:lnTo>
                <a:lnTo>
                  <a:pt x="9779" y="866840"/>
                </a:lnTo>
                <a:lnTo>
                  <a:pt x="6507526" y="4387203"/>
                </a:lnTo>
                <a:lnTo>
                  <a:pt x="399287" y="867285"/>
                </a:lnTo>
                <a:lnTo>
                  <a:pt x="401636" y="864428"/>
                </a:lnTo>
                <a:close/>
                <a:moveTo>
                  <a:pt x="1487360" y="2"/>
                </a:moveTo>
                <a:lnTo>
                  <a:pt x="1495488" y="2"/>
                </a:lnTo>
                <a:lnTo>
                  <a:pt x="808037" y="864173"/>
                </a:lnTo>
                <a:lnTo>
                  <a:pt x="6702298" y="4485702"/>
                </a:lnTo>
                <a:lnTo>
                  <a:pt x="6697090" y="4488242"/>
                </a:lnTo>
                <a:lnTo>
                  <a:pt x="1815846" y="6857998"/>
                </a:lnTo>
                <a:lnTo>
                  <a:pt x="1801304" y="6857998"/>
                </a:lnTo>
                <a:lnTo>
                  <a:pt x="6689090" y="4485067"/>
                </a:lnTo>
                <a:lnTo>
                  <a:pt x="798639" y="865824"/>
                </a:lnTo>
                <a:lnTo>
                  <a:pt x="800862" y="863030"/>
                </a:lnTo>
                <a:close/>
                <a:moveTo>
                  <a:pt x="1876234" y="1"/>
                </a:moveTo>
                <a:lnTo>
                  <a:pt x="1884299" y="1"/>
                </a:lnTo>
                <a:lnTo>
                  <a:pt x="1207198" y="862839"/>
                </a:lnTo>
                <a:lnTo>
                  <a:pt x="6784594" y="4526786"/>
                </a:lnTo>
                <a:lnTo>
                  <a:pt x="6779768" y="4529263"/>
                </a:lnTo>
                <a:lnTo>
                  <a:pt x="2221166" y="6857998"/>
                </a:lnTo>
                <a:lnTo>
                  <a:pt x="2207196" y="6857998"/>
                </a:lnTo>
                <a:lnTo>
                  <a:pt x="6772021" y="4526088"/>
                </a:lnTo>
                <a:lnTo>
                  <a:pt x="1197928" y="864363"/>
                </a:lnTo>
                <a:lnTo>
                  <a:pt x="1200086" y="861633"/>
                </a:lnTo>
                <a:close/>
                <a:moveTo>
                  <a:pt x="2264854" y="1"/>
                </a:moveTo>
                <a:lnTo>
                  <a:pt x="2272855" y="1"/>
                </a:lnTo>
                <a:lnTo>
                  <a:pt x="1606295" y="861569"/>
                </a:lnTo>
                <a:lnTo>
                  <a:pt x="6866890" y="4567871"/>
                </a:lnTo>
                <a:lnTo>
                  <a:pt x="6862381" y="4570284"/>
                </a:lnTo>
                <a:lnTo>
                  <a:pt x="2602864" y="6857998"/>
                </a:lnTo>
                <a:lnTo>
                  <a:pt x="2589402" y="6857998"/>
                </a:lnTo>
                <a:lnTo>
                  <a:pt x="6854825" y="4567109"/>
                </a:lnTo>
                <a:lnTo>
                  <a:pt x="1597151" y="862966"/>
                </a:lnTo>
                <a:lnTo>
                  <a:pt x="1599183" y="860299"/>
                </a:lnTo>
                <a:close/>
                <a:moveTo>
                  <a:pt x="2653156" y="1"/>
                </a:moveTo>
                <a:lnTo>
                  <a:pt x="2661094" y="1"/>
                </a:lnTo>
                <a:lnTo>
                  <a:pt x="2005393" y="860236"/>
                </a:lnTo>
                <a:lnTo>
                  <a:pt x="6949186" y="4608892"/>
                </a:lnTo>
                <a:lnTo>
                  <a:pt x="6944995" y="4611305"/>
                </a:lnTo>
                <a:lnTo>
                  <a:pt x="2962910" y="6857998"/>
                </a:lnTo>
                <a:lnTo>
                  <a:pt x="2950019" y="6857998"/>
                </a:lnTo>
                <a:lnTo>
                  <a:pt x="6937628" y="4608130"/>
                </a:lnTo>
                <a:lnTo>
                  <a:pt x="1996503" y="861506"/>
                </a:lnTo>
                <a:lnTo>
                  <a:pt x="1998408" y="858966"/>
                </a:lnTo>
                <a:close/>
                <a:moveTo>
                  <a:pt x="3041142" y="1"/>
                </a:moveTo>
                <a:lnTo>
                  <a:pt x="3049079" y="1"/>
                </a:lnTo>
                <a:lnTo>
                  <a:pt x="2404554" y="858966"/>
                </a:lnTo>
                <a:lnTo>
                  <a:pt x="7031482" y="4650040"/>
                </a:lnTo>
                <a:lnTo>
                  <a:pt x="7027608" y="4652326"/>
                </a:lnTo>
                <a:lnTo>
                  <a:pt x="3303460" y="6857998"/>
                </a:lnTo>
                <a:lnTo>
                  <a:pt x="3291014" y="6857998"/>
                </a:lnTo>
                <a:lnTo>
                  <a:pt x="7020433" y="4649151"/>
                </a:lnTo>
                <a:lnTo>
                  <a:pt x="2395791" y="859981"/>
                </a:lnTo>
                <a:lnTo>
                  <a:pt x="2397632" y="857569"/>
                </a:lnTo>
                <a:close/>
                <a:moveTo>
                  <a:pt x="3428745" y="1"/>
                </a:moveTo>
                <a:lnTo>
                  <a:pt x="3436619" y="1"/>
                </a:lnTo>
                <a:lnTo>
                  <a:pt x="2803588" y="857632"/>
                </a:lnTo>
                <a:lnTo>
                  <a:pt x="7113841" y="4691061"/>
                </a:lnTo>
                <a:lnTo>
                  <a:pt x="7110222" y="4693283"/>
                </a:lnTo>
                <a:lnTo>
                  <a:pt x="3626294" y="6857998"/>
                </a:lnTo>
                <a:lnTo>
                  <a:pt x="3614292" y="6857998"/>
                </a:lnTo>
                <a:lnTo>
                  <a:pt x="7103300" y="4690172"/>
                </a:lnTo>
                <a:lnTo>
                  <a:pt x="2795079" y="858521"/>
                </a:lnTo>
                <a:lnTo>
                  <a:pt x="2796793" y="856172"/>
                </a:lnTo>
                <a:close/>
                <a:moveTo>
                  <a:pt x="3816095" y="1"/>
                </a:moveTo>
                <a:lnTo>
                  <a:pt x="3823906" y="1"/>
                </a:lnTo>
                <a:lnTo>
                  <a:pt x="3202749" y="856299"/>
                </a:lnTo>
                <a:lnTo>
                  <a:pt x="7196201" y="4732145"/>
                </a:lnTo>
                <a:lnTo>
                  <a:pt x="7192835" y="4734304"/>
                </a:lnTo>
                <a:lnTo>
                  <a:pt x="3932808" y="6857998"/>
                </a:lnTo>
                <a:lnTo>
                  <a:pt x="3921188" y="6857998"/>
                </a:lnTo>
                <a:lnTo>
                  <a:pt x="7186040" y="4731129"/>
                </a:lnTo>
                <a:lnTo>
                  <a:pt x="3194367" y="857061"/>
                </a:lnTo>
                <a:lnTo>
                  <a:pt x="3195955" y="854838"/>
                </a:lnTo>
                <a:close/>
                <a:moveTo>
                  <a:pt x="4203065" y="1"/>
                </a:moveTo>
                <a:lnTo>
                  <a:pt x="4210875" y="1"/>
                </a:lnTo>
                <a:lnTo>
                  <a:pt x="3601846" y="855028"/>
                </a:lnTo>
                <a:lnTo>
                  <a:pt x="7278496" y="4773230"/>
                </a:lnTo>
                <a:lnTo>
                  <a:pt x="7275448" y="4775325"/>
                </a:lnTo>
                <a:lnTo>
                  <a:pt x="4224590" y="6857998"/>
                </a:lnTo>
                <a:lnTo>
                  <a:pt x="4213352" y="6857998"/>
                </a:lnTo>
                <a:lnTo>
                  <a:pt x="7268844" y="4772214"/>
                </a:lnTo>
                <a:lnTo>
                  <a:pt x="3593718" y="855537"/>
                </a:lnTo>
                <a:lnTo>
                  <a:pt x="3595178" y="853441"/>
                </a:lnTo>
                <a:close/>
                <a:moveTo>
                  <a:pt x="4589652" y="1"/>
                </a:moveTo>
                <a:lnTo>
                  <a:pt x="4597399" y="1"/>
                </a:lnTo>
                <a:lnTo>
                  <a:pt x="4001007" y="853695"/>
                </a:lnTo>
                <a:lnTo>
                  <a:pt x="7360919" y="4814314"/>
                </a:lnTo>
                <a:lnTo>
                  <a:pt x="7358126" y="4816346"/>
                </a:lnTo>
                <a:lnTo>
                  <a:pt x="4502657" y="6857998"/>
                </a:lnTo>
                <a:lnTo>
                  <a:pt x="4491735" y="6857998"/>
                </a:lnTo>
                <a:lnTo>
                  <a:pt x="7351648" y="4813171"/>
                </a:lnTo>
                <a:lnTo>
                  <a:pt x="3993006" y="854076"/>
                </a:lnTo>
                <a:close/>
                <a:moveTo>
                  <a:pt x="4975796" y="1"/>
                </a:moveTo>
                <a:lnTo>
                  <a:pt x="4983543" y="1"/>
                </a:lnTo>
                <a:lnTo>
                  <a:pt x="4400105" y="852424"/>
                </a:lnTo>
                <a:lnTo>
                  <a:pt x="7443279" y="4855399"/>
                </a:lnTo>
                <a:lnTo>
                  <a:pt x="7440740" y="4857304"/>
                </a:lnTo>
                <a:lnTo>
                  <a:pt x="4768151" y="6857998"/>
                </a:lnTo>
                <a:lnTo>
                  <a:pt x="4757610" y="6857998"/>
                </a:lnTo>
                <a:lnTo>
                  <a:pt x="7434390" y="4854129"/>
                </a:lnTo>
                <a:lnTo>
                  <a:pt x="4392231" y="852615"/>
                </a:lnTo>
                <a:lnTo>
                  <a:pt x="4393565" y="850773"/>
                </a:lnTo>
                <a:close/>
                <a:moveTo>
                  <a:pt x="5361558" y="1"/>
                </a:moveTo>
                <a:lnTo>
                  <a:pt x="5369241" y="1"/>
                </a:lnTo>
                <a:lnTo>
                  <a:pt x="4799202" y="851154"/>
                </a:lnTo>
                <a:lnTo>
                  <a:pt x="7525638" y="4896547"/>
                </a:lnTo>
                <a:lnTo>
                  <a:pt x="7523352" y="4898325"/>
                </a:lnTo>
                <a:lnTo>
                  <a:pt x="5022214" y="6857998"/>
                </a:lnTo>
                <a:lnTo>
                  <a:pt x="5011927" y="6857998"/>
                </a:lnTo>
                <a:lnTo>
                  <a:pt x="7517129" y="4895150"/>
                </a:lnTo>
                <a:lnTo>
                  <a:pt x="4791582" y="851154"/>
                </a:lnTo>
                <a:lnTo>
                  <a:pt x="4792725" y="849376"/>
                </a:lnTo>
                <a:close/>
                <a:moveTo>
                  <a:pt x="5746939" y="0"/>
                </a:moveTo>
                <a:lnTo>
                  <a:pt x="5754496" y="0"/>
                </a:lnTo>
                <a:lnTo>
                  <a:pt x="5198363" y="849821"/>
                </a:lnTo>
                <a:lnTo>
                  <a:pt x="7608061" y="4937631"/>
                </a:lnTo>
                <a:lnTo>
                  <a:pt x="7605965" y="4939346"/>
                </a:lnTo>
                <a:lnTo>
                  <a:pt x="5265483" y="6857998"/>
                </a:lnTo>
                <a:lnTo>
                  <a:pt x="5255450" y="6857998"/>
                </a:lnTo>
                <a:lnTo>
                  <a:pt x="7599806" y="4936107"/>
                </a:lnTo>
                <a:lnTo>
                  <a:pt x="5190870" y="849694"/>
                </a:lnTo>
                <a:lnTo>
                  <a:pt x="5191950" y="848043"/>
                </a:lnTo>
                <a:close/>
                <a:moveTo>
                  <a:pt x="6131750" y="0"/>
                </a:moveTo>
                <a:lnTo>
                  <a:pt x="6139307" y="0"/>
                </a:lnTo>
                <a:lnTo>
                  <a:pt x="5597525" y="848551"/>
                </a:lnTo>
                <a:lnTo>
                  <a:pt x="7690485" y="4978652"/>
                </a:lnTo>
                <a:lnTo>
                  <a:pt x="7688579" y="4980303"/>
                </a:lnTo>
                <a:lnTo>
                  <a:pt x="5498973" y="6857998"/>
                </a:lnTo>
                <a:lnTo>
                  <a:pt x="5489257" y="6857998"/>
                </a:lnTo>
                <a:lnTo>
                  <a:pt x="7682611" y="4977128"/>
                </a:lnTo>
                <a:lnTo>
                  <a:pt x="5590159" y="848170"/>
                </a:lnTo>
                <a:lnTo>
                  <a:pt x="5591175" y="846646"/>
                </a:lnTo>
                <a:close/>
                <a:moveTo>
                  <a:pt x="6515989" y="0"/>
                </a:moveTo>
                <a:lnTo>
                  <a:pt x="6523481" y="0"/>
                </a:lnTo>
                <a:lnTo>
                  <a:pt x="5996558" y="847217"/>
                </a:lnTo>
                <a:lnTo>
                  <a:pt x="7772907" y="5019800"/>
                </a:lnTo>
                <a:lnTo>
                  <a:pt x="7771193" y="5021324"/>
                </a:lnTo>
                <a:lnTo>
                  <a:pt x="5723254" y="6857998"/>
                </a:lnTo>
                <a:lnTo>
                  <a:pt x="5713729" y="6857998"/>
                </a:lnTo>
                <a:lnTo>
                  <a:pt x="7765288" y="5018149"/>
                </a:lnTo>
                <a:lnTo>
                  <a:pt x="5989446" y="846709"/>
                </a:lnTo>
                <a:lnTo>
                  <a:pt x="5990272" y="845312"/>
                </a:lnTo>
                <a:close/>
                <a:moveTo>
                  <a:pt x="6899846" y="0"/>
                </a:moveTo>
                <a:lnTo>
                  <a:pt x="6907212" y="0"/>
                </a:lnTo>
                <a:lnTo>
                  <a:pt x="6395720" y="845947"/>
                </a:lnTo>
                <a:lnTo>
                  <a:pt x="7855331" y="5060885"/>
                </a:lnTo>
                <a:lnTo>
                  <a:pt x="7853807" y="5062282"/>
                </a:lnTo>
                <a:lnTo>
                  <a:pt x="5939027" y="6857998"/>
                </a:lnTo>
                <a:lnTo>
                  <a:pt x="5929693" y="6857998"/>
                </a:lnTo>
                <a:lnTo>
                  <a:pt x="7847965" y="5059107"/>
                </a:lnTo>
                <a:lnTo>
                  <a:pt x="6388735" y="845185"/>
                </a:lnTo>
                <a:lnTo>
                  <a:pt x="6389497" y="843915"/>
                </a:lnTo>
                <a:close/>
                <a:moveTo>
                  <a:pt x="7283069" y="0"/>
                </a:moveTo>
                <a:lnTo>
                  <a:pt x="7290435" y="0"/>
                </a:lnTo>
                <a:lnTo>
                  <a:pt x="6794880" y="844677"/>
                </a:lnTo>
                <a:lnTo>
                  <a:pt x="7937753" y="5101969"/>
                </a:lnTo>
                <a:lnTo>
                  <a:pt x="7936420" y="5103303"/>
                </a:lnTo>
                <a:lnTo>
                  <a:pt x="6146800" y="6857998"/>
                </a:lnTo>
                <a:lnTo>
                  <a:pt x="6137719" y="6857998"/>
                </a:lnTo>
                <a:lnTo>
                  <a:pt x="7930641" y="5100064"/>
                </a:lnTo>
                <a:lnTo>
                  <a:pt x="6788023" y="843788"/>
                </a:lnTo>
                <a:lnTo>
                  <a:pt x="6788721" y="842645"/>
                </a:lnTo>
                <a:close/>
                <a:moveTo>
                  <a:pt x="7665593" y="0"/>
                </a:moveTo>
                <a:lnTo>
                  <a:pt x="7672895" y="0"/>
                </a:lnTo>
                <a:lnTo>
                  <a:pt x="7193978" y="843407"/>
                </a:lnTo>
                <a:lnTo>
                  <a:pt x="8020240" y="5143117"/>
                </a:lnTo>
                <a:lnTo>
                  <a:pt x="8019097" y="5144324"/>
                </a:lnTo>
                <a:lnTo>
                  <a:pt x="6347269" y="6857998"/>
                </a:lnTo>
                <a:lnTo>
                  <a:pt x="6338379" y="6857998"/>
                </a:lnTo>
                <a:lnTo>
                  <a:pt x="8013382" y="5141085"/>
                </a:lnTo>
                <a:lnTo>
                  <a:pt x="7187247" y="842264"/>
                </a:lnTo>
                <a:lnTo>
                  <a:pt x="7187882" y="841248"/>
                </a:lnTo>
                <a:close/>
                <a:moveTo>
                  <a:pt x="8047545" y="0"/>
                </a:moveTo>
                <a:lnTo>
                  <a:pt x="8054784" y="0"/>
                </a:lnTo>
                <a:lnTo>
                  <a:pt x="7593139" y="842074"/>
                </a:lnTo>
                <a:lnTo>
                  <a:pt x="8102663" y="5184202"/>
                </a:lnTo>
                <a:lnTo>
                  <a:pt x="8101710" y="5185281"/>
                </a:lnTo>
                <a:lnTo>
                  <a:pt x="6540816" y="6857998"/>
                </a:lnTo>
                <a:lnTo>
                  <a:pt x="6532117" y="6857998"/>
                </a:lnTo>
                <a:lnTo>
                  <a:pt x="8096059" y="5182043"/>
                </a:lnTo>
                <a:lnTo>
                  <a:pt x="7586535" y="840804"/>
                </a:lnTo>
                <a:lnTo>
                  <a:pt x="7587043" y="839915"/>
                </a:lnTo>
                <a:close/>
                <a:moveTo>
                  <a:pt x="8428799" y="0"/>
                </a:moveTo>
                <a:lnTo>
                  <a:pt x="8436038" y="0"/>
                </a:lnTo>
                <a:lnTo>
                  <a:pt x="7992300" y="840740"/>
                </a:lnTo>
                <a:lnTo>
                  <a:pt x="8185150" y="5225286"/>
                </a:lnTo>
                <a:lnTo>
                  <a:pt x="8184261" y="5226239"/>
                </a:lnTo>
                <a:lnTo>
                  <a:pt x="6727825" y="6857998"/>
                </a:lnTo>
                <a:lnTo>
                  <a:pt x="6719315" y="6857998"/>
                </a:lnTo>
                <a:lnTo>
                  <a:pt x="8178672" y="5223000"/>
                </a:lnTo>
                <a:lnTo>
                  <a:pt x="7985887" y="839343"/>
                </a:lnTo>
                <a:lnTo>
                  <a:pt x="7986267" y="838581"/>
                </a:lnTo>
                <a:close/>
                <a:moveTo>
                  <a:pt x="8809354" y="0"/>
                </a:moveTo>
                <a:lnTo>
                  <a:pt x="8816466" y="0"/>
                </a:lnTo>
                <a:lnTo>
                  <a:pt x="8391461" y="839469"/>
                </a:lnTo>
                <a:lnTo>
                  <a:pt x="8267636" y="5266434"/>
                </a:lnTo>
                <a:lnTo>
                  <a:pt x="8266874" y="5267260"/>
                </a:lnTo>
                <a:lnTo>
                  <a:pt x="6908863" y="6857998"/>
                </a:lnTo>
                <a:lnTo>
                  <a:pt x="6900544" y="6857998"/>
                </a:lnTo>
                <a:lnTo>
                  <a:pt x="8261349" y="5264021"/>
                </a:lnTo>
                <a:lnTo>
                  <a:pt x="8385111" y="837818"/>
                </a:lnTo>
                <a:lnTo>
                  <a:pt x="8385428" y="837183"/>
                </a:lnTo>
                <a:close/>
                <a:moveTo>
                  <a:pt x="9189021" y="0"/>
                </a:moveTo>
                <a:lnTo>
                  <a:pt x="9196070" y="0"/>
                </a:lnTo>
                <a:lnTo>
                  <a:pt x="8790559" y="838136"/>
                </a:lnTo>
                <a:lnTo>
                  <a:pt x="8350123" y="5307519"/>
                </a:lnTo>
                <a:lnTo>
                  <a:pt x="8349551" y="5308281"/>
                </a:lnTo>
                <a:lnTo>
                  <a:pt x="7084187" y="6857998"/>
                </a:lnTo>
                <a:lnTo>
                  <a:pt x="7075995" y="6857998"/>
                </a:lnTo>
                <a:lnTo>
                  <a:pt x="8344027" y="5304979"/>
                </a:lnTo>
                <a:lnTo>
                  <a:pt x="8784336" y="836358"/>
                </a:lnTo>
                <a:lnTo>
                  <a:pt x="8784590" y="835850"/>
                </a:lnTo>
                <a:close/>
              </a:path>
            </a:pathLst>
          </a:custGeom>
          <a:gradFill>
            <a:gsLst>
              <a:gs pos="0">
                <a:schemeClr val="accent6"/>
              </a:gs>
              <a:gs pos="100000">
                <a:schemeClr val="accent2"/>
              </a:gs>
            </a:gsLst>
            <a:lin ang="1801379" scaled="0"/>
          </a:gradFill>
          <a:ln>
            <a:noFill/>
          </a:ln>
        </p:spPr>
        <p:txBody>
          <a:bodyPr spcFirstLastPara="1" wrap="square" lIns="101750" tIns="50875" rIns="101750" bIns="50875" anchor="ctr" anchorCtr="0">
            <a:noAutofit/>
          </a:bodyPr>
          <a:lstStyle/>
          <a:p>
            <a:pPr marL="0" marR="0" lvl="0" indent="0" algn="l" rtl="0">
              <a:spcBef>
                <a:spcPts val="0"/>
              </a:spcBef>
              <a:spcAft>
                <a:spcPts val="0"/>
              </a:spcAft>
              <a:buNone/>
            </a:pPr>
            <a:endParaRPr sz="2003">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Intro with title and speaker - Light Pattern">
  <p:cSld name="Breaker_Denim_1_1_1_2_2_1_1_1_2_1_1">
    <p:bg>
      <p:bgPr>
        <a:solidFill>
          <a:schemeClr val="lt2"/>
        </a:solidFill>
        <a:effectLst/>
      </p:bgPr>
    </p:bg>
    <p:spTree>
      <p:nvGrpSpPr>
        <p:cNvPr id="1" name="Shape 105"/>
        <p:cNvGrpSpPr/>
        <p:nvPr/>
      </p:nvGrpSpPr>
      <p:grpSpPr>
        <a:xfrm>
          <a:off x="0" y="0"/>
          <a:ext cx="0" cy="0"/>
          <a:chOff x="0" y="0"/>
          <a:chExt cx="0" cy="0"/>
        </a:xfrm>
      </p:grpSpPr>
      <p:sp>
        <p:nvSpPr>
          <p:cNvPr id="106" name="Google Shape;106;p17"/>
          <p:cNvSpPr/>
          <p:nvPr/>
        </p:nvSpPr>
        <p:spPr>
          <a:xfrm>
            <a:off x="4433595" y="-9"/>
            <a:ext cx="13854398" cy="10286997"/>
          </a:xfrm>
          <a:custGeom>
            <a:avLst/>
            <a:gdLst/>
            <a:ahLst/>
            <a:cxnLst/>
            <a:rect l="l" t="t" r="r" b="b"/>
            <a:pathLst>
              <a:path w="9236265" h="6857998" extrusionOk="0">
                <a:moveTo>
                  <a:pt x="9236265" y="6789544"/>
                </a:moveTo>
                <a:lnTo>
                  <a:pt x="9236265" y="6806689"/>
                </a:lnTo>
                <a:lnTo>
                  <a:pt x="9215818" y="6857997"/>
                </a:lnTo>
                <a:lnTo>
                  <a:pt x="9208960" y="6857997"/>
                </a:lnTo>
                <a:close/>
                <a:moveTo>
                  <a:pt x="9236264" y="6507287"/>
                </a:moveTo>
                <a:lnTo>
                  <a:pt x="9236264" y="6523670"/>
                </a:lnTo>
                <a:lnTo>
                  <a:pt x="9095739" y="6857997"/>
                </a:lnTo>
                <a:lnTo>
                  <a:pt x="9088881" y="6857997"/>
                </a:lnTo>
                <a:close/>
                <a:moveTo>
                  <a:pt x="9236265" y="6248017"/>
                </a:moveTo>
                <a:lnTo>
                  <a:pt x="9236265" y="6263701"/>
                </a:lnTo>
                <a:lnTo>
                  <a:pt x="8973248" y="6857998"/>
                </a:lnTo>
                <a:lnTo>
                  <a:pt x="8966327" y="6857998"/>
                </a:lnTo>
                <a:close/>
                <a:moveTo>
                  <a:pt x="9236265" y="6009447"/>
                </a:moveTo>
                <a:lnTo>
                  <a:pt x="9236265" y="6024496"/>
                </a:lnTo>
                <a:lnTo>
                  <a:pt x="8848153" y="6857998"/>
                </a:lnTo>
                <a:lnTo>
                  <a:pt x="8841168" y="6857998"/>
                </a:lnTo>
                <a:close/>
                <a:moveTo>
                  <a:pt x="9236265" y="5789419"/>
                </a:moveTo>
                <a:lnTo>
                  <a:pt x="9236265" y="5803897"/>
                </a:lnTo>
                <a:lnTo>
                  <a:pt x="8720327" y="6857997"/>
                </a:lnTo>
                <a:lnTo>
                  <a:pt x="8713279" y="6857997"/>
                </a:lnTo>
                <a:close/>
                <a:moveTo>
                  <a:pt x="9236264" y="5625145"/>
                </a:moveTo>
                <a:lnTo>
                  <a:pt x="9236264" y="5635750"/>
                </a:lnTo>
                <a:lnTo>
                  <a:pt x="9175241" y="5718554"/>
                </a:lnTo>
                <a:lnTo>
                  <a:pt x="8589517" y="6857998"/>
                </a:lnTo>
                <a:lnTo>
                  <a:pt x="8582405" y="6857998"/>
                </a:lnTo>
                <a:lnTo>
                  <a:pt x="9169907" y="5715188"/>
                </a:lnTo>
                <a:close/>
                <a:moveTo>
                  <a:pt x="9236265" y="5454584"/>
                </a:moveTo>
                <a:lnTo>
                  <a:pt x="9236265" y="5465887"/>
                </a:lnTo>
                <a:lnTo>
                  <a:pt x="9092755" y="5677406"/>
                </a:lnTo>
                <a:lnTo>
                  <a:pt x="8455787" y="6857998"/>
                </a:lnTo>
                <a:lnTo>
                  <a:pt x="8448548" y="6857998"/>
                </a:lnTo>
                <a:lnTo>
                  <a:pt x="9087358" y="5674104"/>
                </a:lnTo>
                <a:close/>
                <a:moveTo>
                  <a:pt x="9236265" y="5258813"/>
                </a:moveTo>
                <a:lnTo>
                  <a:pt x="9236265" y="5270878"/>
                </a:lnTo>
                <a:lnTo>
                  <a:pt x="9010332" y="5636257"/>
                </a:lnTo>
                <a:lnTo>
                  <a:pt x="8318817" y="6857997"/>
                </a:lnTo>
                <a:lnTo>
                  <a:pt x="8311515" y="6857997"/>
                </a:lnTo>
                <a:lnTo>
                  <a:pt x="9004808" y="5633019"/>
                </a:lnTo>
                <a:close/>
                <a:moveTo>
                  <a:pt x="9236265" y="5028753"/>
                </a:moveTo>
                <a:lnTo>
                  <a:pt x="9236265" y="5041770"/>
                </a:lnTo>
                <a:lnTo>
                  <a:pt x="8927846" y="5595046"/>
                </a:lnTo>
                <a:lnTo>
                  <a:pt x="8178482" y="6857998"/>
                </a:lnTo>
                <a:lnTo>
                  <a:pt x="8171116" y="6857998"/>
                </a:lnTo>
                <a:lnTo>
                  <a:pt x="8922321" y="5591935"/>
                </a:lnTo>
                <a:close/>
                <a:moveTo>
                  <a:pt x="9236265" y="4750496"/>
                </a:moveTo>
                <a:lnTo>
                  <a:pt x="9236265" y="4764720"/>
                </a:lnTo>
                <a:lnTo>
                  <a:pt x="8845295" y="5553898"/>
                </a:lnTo>
                <a:lnTo>
                  <a:pt x="8034527" y="6857998"/>
                </a:lnTo>
                <a:lnTo>
                  <a:pt x="8027098" y="6857998"/>
                </a:lnTo>
                <a:lnTo>
                  <a:pt x="8839771" y="5550850"/>
                </a:lnTo>
                <a:close/>
                <a:moveTo>
                  <a:pt x="6537473" y="4403753"/>
                </a:moveTo>
                <a:lnTo>
                  <a:pt x="6536816" y="4404040"/>
                </a:lnTo>
                <a:lnTo>
                  <a:pt x="6536817" y="4404040"/>
                </a:lnTo>
                <a:close/>
                <a:moveTo>
                  <a:pt x="9236265" y="4401563"/>
                </a:moveTo>
                <a:lnTo>
                  <a:pt x="9236265" y="4417502"/>
                </a:lnTo>
                <a:lnTo>
                  <a:pt x="8762810" y="5512750"/>
                </a:lnTo>
                <a:lnTo>
                  <a:pt x="7886890" y="6857997"/>
                </a:lnTo>
                <a:lnTo>
                  <a:pt x="7879334" y="6857997"/>
                </a:lnTo>
                <a:lnTo>
                  <a:pt x="8757222" y="5509765"/>
                </a:lnTo>
                <a:close/>
                <a:moveTo>
                  <a:pt x="6507562" y="4387223"/>
                </a:moveTo>
                <a:lnTo>
                  <a:pt x="6507572" y="4387228"/>
                </a:lnTo>
                <a:lnTo>
                  <a:pt x="6517527" y="4392613"/>
                </a:lnTo>
                <a:lnTo>
                  <a:pt x="6517928" y="4392830"/>
                </a:lnTo>
                <a:close/>
                <a:moveTo>
                  <a:pt x="9236265" y="3942332"/>
                </a:moveTo>
                <a:lnTo>
                  <a:pt x="9236265" y="3960683"/>
                </a:lnTo>
                <a:lnTo>
                  <a:pt x="8680196" y="5471857"/>
                </a:lnTo>
                <a:lnTo>
                  <a:pt x="8679941" y="5472174"/>
                </a:lnTo>
                <a:lnTo>
                  <a:pt x="7735315" y="6857998"/>
                </a:lnTo>
                <a:lnTo>
                  <a:pt x="7727632" y="6857998"/>
                </a:lnTo>
                <a:lnTo>
                  <a:pt x="8674480" y="5468935"/>
                </a:lnTo>
                <a:close/>
                <a:moveTo>
                  <a:pt x="9236264" y="3297743"/>
                </a:moveTo>
                <a:lnTo>
                  <a:pt x="9236264" y="3319715"/>
                </a:lnTo>
                <a:lnTo>
                  <a:pt x="8597645" y="5430771"/>
                </a:lnTo>
                <a:lnTo>
                  <a:pt x="8597391" y="5431216"/>
                </a:lnTo>
                <a:lnTo>
                  <a:pt x="7579486" y="6857998"/>
                </a:lnTo>
                <a:lnTo>
                  <a:pt x="7571676" y="6857998"/>
                </a:lnTo>
                <a:lnTo>
                  <a:pt x="8591866" y="5427977"/>
                </a:lnTo>
                <a:close/>
                <a:moveTo>
                  <a:pt x="9236264" y="2303525"/>
                </a:moveTo>
                <a:lnTo>
                  <a:pt x="9236264" y="2331084"/>
                </a:lnTo>
                <a:lnTo>
                  <a:pt x="8515095" y="5389751"/>
                </a:lnTo>
                <a:lnTo>
                  <a:pt x="8514715" y="5390259"/>
                </a:lnTo>
                <a:lnTo>
                  <a:pt x="7419213" y="6857998"/>
                </a:lnTo>
                <a:lnTo>
                  <a:pt x="7411275" y="6857998"/>
                </a:lnTo>
                <a:lnTo>
                  <a:pt x="8509253" y="5386957"/>
                </a:lnTo>
                <a:close/>
                <a:moveTo>
                  <a:pt x="9236265" y="720469"/>
                </a:moveTo>
                <a:lnTo>
                  <a:pt x="9236265" y="735645"/>
                </a:lnTo>
                <a:lnTo>
                  <a:pt x="9189720" y="836801"/>
                </a:lnTo>
                <a:lnTo>
                  <a:pt x="8432609" y="5348602"/>
                </a:lnTo>
                <a:lnTo>
                  <a:pt x="8432102" y="5349237"/>
                </a:lnTo>
                <a:lnTo>
                  <a:pt x="7254177" y="6857997"/>
                </a:lnTo>
                <a:lnTo>
                  <a:pt x="7246112" y="6857997"/>
                </a:lnTo>
                <a:lnTo>
                  <a:pt x="8426640" y="5345935"/>
                </a:lnTo>
                <a:lnTo>
                  <a:pt x="9183624" y="834896"/>
                </a:lnTo>
                <a:lnTo>
                  <a:pt x="9183815" y="834515"/>
                </a:lnTo>
                <a:close/>
                <a:moveTo>
                  <a:pt x="1098232" y="2"/>
                </a:moveTo>
                <a:lnTo>
                  <a:pt x="1106360" y="2"/>
                </a:lnTo>
                <a:lnTo>
                  <a:pt x="408940" y="865507"/>
                </a:lnTo>
                <a:lnTo>
                  <a:pt x="6614731" y="4441633"/>
                </a:lnTo>
                <a:lnTo>
                  <a:pt x="6620065" y="4444681"/>
                </a:lnTo>
                <a:lnTo>
                  <a:pt x="6614477" y="4447221"/>
                </a:lnTo>
                <a:lnTo>
                  <a:pt x="1383918" y="6857998"/>
                </a:lnTo>
                <a:lnTo>
                  <a:pt x="1368742" y="6857998"/>
                </a:lnTo>
                <a:lnTo>
                  <a:pt x="6606222" y="4444046"/>
                </a:lnTo>
                <a:lnTo>
                  <a:pt x="6536816" y="4404041"/>
                </a:lnTo>
                <a:lnTo>
                  <a:pt x="6531865" y="4406200"/>
                </a:lnTo>
                <a:lnTo>
                  <a:pt x="922845" y="6857998"/>
                </a:lnTo>
                <a:lnTo>
                  <a:pt x="906970" y="6857998"/>
                </a:lnTo>
                <a:lnTo>
                  <a:pt x="6523355" y="4402961"/>
                </a:lnTo>
                <a:lnTo>
                  <a:pt x="0" y="868746"/>
                </a:lnTo>
                <a:lnTo>
                  <a:pt x="2413" y="865761"/>
                </a:lnTo>
                <a:lnTo>
                  <a:pt x="708850" y="2"/>
                </a:lnTo>
                <a:lnTo>
                  <a:pt x="717043" y="2"/>
                </a:lnTo>
                <a:lnTo>
                  <a:pt x="9779" y="866840"/>
                </a:lnTo>
                <a:lnTo>
                  <a:pt x="6507526" y="4387203"/>
                </a:lnTo>
                <a:lnTo>
                  <a:pt x="399287" y="867285"/>
                </a:lnTo>
                <a:lnTo>
                  <a:pt x="401636" y="864428"/>
                </a:lnTo>
                <a:close/>
                <a:moveTo>
                  <a:pt x="1487360" y="2"/>
                </a:moveTo>
                <a:lnTo>
                  <a:pt x="1495488" y="2"/>
                </a:lnTo>
                <a:lnTo>
                  <a:pt x="808037" y="864173"/>
                </a:lnTo>
                <a:lnTo>
                  <a:pt x="6702298" y="4485702"/>
                </a:lnTo>
                <a:lnTo>
                  <a:pt x="6697090" y="4488242"/>
                </a:lnTo>
                <a:lnTo>
                  <a:pt x="1815846" y="6857998"/>
                </a:lnTo>
                <a:lnTo>
                  <a:pt x="1801304" y="6857998"/>
                </a:lnTo>
                <a:lnTo>
                  <a:pt x="6689090" y="4485067"/>
                </a:lnTo>
                <a:lnTo>
                  <a:pt x="798639" y="865824"/>
                </a:lnTo>
                <a:lnTo>
                  <a:pt x="800862" y="863030"/>
                </a:lnTo>
                <a:close/>
                <a:moveTo>
                  <a:pt x="1876234" y="1"/>
                </a:moveTo>
                <a:lnTo>
                  <a:pt x="1884299" y="1"/>
                </a:lnTo>
                <a:lnTo>
                  <a:pt x="1207198" y="862839"/>
                </a:lnTo>
                <a:lnTo>
                  <a:pt x="6784594" y="4526786"/>
                </a:lnTo>
                <a:lnTo>
                  <a:pt x="6779768" y="4529263"/>
                </a:lnTo>
                <a:lnTo>
                  <a:pt x="2221166" y="6857998"/>
                </a:lnTo>
                <a:lnTo>
                  <a:pt x="2207196" y="6857998"/>
                </a:lnTo>
                <a:lnTo>
                  <a:pt x="6772021" y="4526088"/>
                </a:lnTo>
                <a:lnTo>
                  <a:pt x="1197928" y="864363"/>
                </a:lnTo>
                <a:lnTo>
                  <a:pt x="1200086" y="861633"/>
                </a:lnTo>
                <a:close/>
                <a:moveTo>
                  <a:pt x="2264854" y="1"/>
                </a:moveTo>
                <a:lnTo>
                  <a:pt x="2272855" y="1"/>
                </a:lnTo>
                <a:lnTo>
                  <a:pt x="1606295" y="861569"/>
                </a:lnTo>
                <a:lnTo>
                  <a:pt x="6866890" y="4567871"/>
                </a:lnTo>
                <a:lnTo>
                  <a:pt x="6862381" y="4570284"/>
                </a:lnTo>
                <a:lnTo>
                  <a:pt x="2602864" y="6857998"/>
                </a:lnTo>
                <a:lnTo>
                  <a:pt x="2589402" y="6857998"/>
                </a:lnTo>
                <a:lnTo>
                  <a:pt x="6854825" y="4567109"/>
                </a:lnTo>
                <a:lnTo>
                  <a:pt x="1597151" y="862966"/>
                </a:lnTo>
                <a:lnTo>
                  <a:pt x="1599183" y="860299"/>
                </a:lnTo>
                <a:close/>
                <a:moveTo>
                  <a:pt x="2653156" y="1"/>
                </a:moveTo>
                <a:lnTo>
                  <a:pt x="2661094" y="1"/>
                </a:lnTo>
                <a:lnTo>
                  <a:pt x="2005393" y="860236"/>
                </a:lnTo>
                <a:lnTo>
                  <a:pt x="6949186" y="4608892"/>
                </a:lnTo>
                <a:lnTo>
                  <a:pt x="6944995" y="4611305"/>
                </a:lnTo>
                <a:lnTo>
                  <a:pt x="2962910" y="6857998"/>
                </a:lnTo>
                <a:lnTo>
                  <a:pt x="2950019" y="6857998"/>
                </a:lnTo>
                <a:lnTo>
                  <a:pt x="6937628" y="4608130"/>
                </a:lnTo>
                <a:lnTo>
                  <a:pt x="1996503" y="861506"/>
                </a:lnTo>
                <a:lnTo>
                  <a:pt x="1998408" y="858966"/>
                </a:lnTo>
                <a:close/>
                <a:moveTo>
                  <a:pt x="3041142" y="1"/>
                </a:moveTo>
                <a:lnTo>
                  <a:pt x="3049079" y="1"/>
                </a:lnTo>
                <a:lnTo>
                  <a:pt x="2404554" y="858966"/>
                </a:lnTo>
                <a:lnTo>
                  <a:pt x="7031482" y="4650040"/>
                </a:lnTo>
                <a:lnTo>
                  <a:pt x="7027608" y="4652326"/>
                </a:lnTo>
                <a:lnTo>
                  <a:pt x="3303460" y="6857998"/>
                </a:lnTo>
                <a:lnTo>
                  <a:pt x="3291014" y="6857998"/>
                </a:lnTo>
                <a:lnTo>
                  <a:pt x="7020433" y="4649151"/>
                </a:lnTo>
                <a:lnTo>
                  <a:pt x="2395791" y="859981"/>
                </a:lnTo>
                <a:lnTo>
                  <a:pt x="2397632" y="857569"/>
                </a:lnTo>
                <a:close/>
                <a:moveTo>
                  <a:pt x="3428745" y="1"/>
                </a:moveTo>
                <a:lnTo>
                  <a:pt x="3436619" y="1"/>
                </a:lnTo>
                <a:lnTo>
                  <a:pt x="2803588" y="857632"/>
                </a:lnTo>
                <a:lnTo>
                  <a:pt x="7113841" y="4691061"/>
                </a:lnTo>
                <a:lnTo>
                  <a:pt x="7110222" y="4693283"/>
                </a:lnTo>
                <a:lnTo>
                  <a:pt x="3626294" y="6857998"/>
                </a:lnTo>
                <a:lnTo>
                  <a:pt x="3614292" y="6857998"/>
                </a:lnTo>
                <a:lnTo>
                  <a:pt x="7103300" y="4690172"/>
                </a:lnTo>
                <a:lnTo>
                  <a:pt x="2795079" y="858521"/>
                </a:lnTo>
                <a:lnTo>
                  <a:pt x="2796793" y="856172"/>
                </a:lnTo>
                <a:close/>
                <a:moveTo>
                  <a:pt x="3816095" y="1"/>
                </a:moveTo>
                <a:lnTo>
                  <a:pt x="3823906" y="1"/>
                </a:lnTo>
                <a:lnTo>
                  <a:pt x="3202749" y="856299"/>
                </a:lnTo>
                <a:lnTo>
                  <a:pt x="7196201" y="4732145"/>
                </a:lnTo>
                <a:lnTo>
                  <a:pt x="7192835" y="4734304"/>
                </a:lnTo>
                <a:lnTo>
                  <a:pt x="3932808" y="6857998"/>
                </a:lnTo>
                <a:lnTo>
                  <a:pt x="3921188" y="6857998"/>
                </a:lnTo>
                <a:lnTo>
                  <a:pt x="7186040" y="4731129"/>
                </a:lnTo>
                <a:lnTo>
                  <a:pt x="3194367" y="857061"/>
                </a:lnTo>
                <a:lnTo>
                  <a:pt x="3195955" y="854838"/>
                </a:lnTo>
                <a:close/>
                <a:moveTo>
                  <a:pt x="4203065" y="1"/>
                </a:moveTo>
                <a:lnTo>
                  <a:pt x="4210875" y="1"/>
                </a:lnTo>
                <a:lnTo>
                  <a:pt x="3601846" y="855028"/>
                </a:lnTo>
                <a:lnTo>
                  <a:pt x="7278496" y="4773230"/>
                </a:lnTo>
                <a:lnTo>
                  <a:pt x="7275448" y="4775325"/>
                </a:lnTo>
                <a:lnTo>
                  <a:pt x="4224590" y="6857998"/>
                </a:lnTo>
                <a:lnTo>
                  <a:pt x="4213352" y="6857998"/>
                </a:lnTo>
                <a:lnTo>
                  <a:pt x="7268844" y="4772214"/>
                </a:lnTo>
                <a:lnTo>
                  <a:pt x="3593718" y="855537"/>
                </a:lnTo>
                <a:lnTo>
                  <a:pt x="3595178" y="853441"/>
                </a:lnTo>
                <a:close/>
                <a:moveTo>
                  <a:pt x="4589652" y="1"/>
                </a:moveTo>
                <a:lnTo>
                  <a:pt x="4597399" y="1"/>
                </a:lnTo>
                <a:lnTo>
                  <a:pt x="4001007" y="853695"/>
                </a:lnTo>
                <a:lnTo>
                  <a:pt x="7360919" y="4814314"/>
                </a:lnTo>
                <a:lnTo>
                  <a:pt x="7358126" y="4816346"/>
                </a:lnTo>
                <a:lnTo>
                  <a:pt x="4502657" y="6857998"/>
                </a:lnTo>
                <a:lnTo>
                  <a:pt x="4491735" y="6857998"/>
                </a:lnTo>
                <a:lnTo>
                  <a:pt x="7351648" y="4813171"/>
                </a:lnTo>
                <a:lnTo>
                  <a:pt x="3993006" y="854076"/>
                </a:lnTo>
                <a:close/>
                <a:moveTo>
                  <a:pt x="4975796" y="1"/>
                </a:moveTo>
                <a:lnTo>
                  <a:pt x="4983543" y="1"/>
                </a:lnTo>
                <a:lnTo>
                  <a:pt x="4400105" y="852424"/>
                </a:lnTo>
                <a:lnTo>
                  <a:pt x="7443279" y="4855399"/>
                </a:lnTo>
                <a:lnTo>
                  <a:pt x="7440740" y="4857304"/>
                </a:lnTo>
                <a:lnTo>
                  <a:pt x="4768151" y="6857998"/>
                </a:lnTo>
                <a:lnTo>
                  <a:pt x="4757610" y="6857998"/>
                </a:lnTo>
                <a:lnTo>
                  <a:pt x="7434390" y="4854129"/>
                </a:lnTo>
                <a:lnTo>
                  <a:pt x="4392231" y="852615"/>
                </a:lnTo>
                <a:lnTo>
                  <a:pt x="4393565" y="850773"/>
                </a:lnTo>
                <a:close/>
                <a:moveTo>
                  <a:pt x="5361558" y="1"/>
                </a:moveTo>
                <a:lnTo>
                  <a:pt x="5369241" y="1"/>
                </a:lnTo>
                <a:lnTo>
                  <a:pt x="4799202" y="851154"/>
                </a:lnTo>
                <a:lnTo>
                  <a:pt x="7525638" y="4896547"/>
                </a:lnTo>
                <a:lnTo>
                  <a:pt x="7523352" y="4898325"/>
                </a:lnTo>
                <a:lnTo>
                  <a:pt x="5022214" y="6857998"/>
                </a:lnTo>
                <a:lnTo>
                  <a:pt x="5011927" y="6857998"/>
                </a:lnTo>
                <a:lnTo>
                  <a:pt x="7517129" y="4895150"/>
                </a:lnTo>
                <a:lnTo>
                  <a:pt x="4791582" y="851154"/>
                </a:lnTo>
                <a:lnTo>
                  <a:pt x="4792725" y="849376"/>
                </a:lnTo>
                <a:close/>
                <a:moveTo>
                  <a:pt x="5746939" y="0"/>
                </a:moveTo>
                <a:lnTo>
                  <a:pt x="5754496" y="0"/>
                </a:lnTo>
                <a:lnTo>
                  <a:pt x="5198363" y="849821"/>
                </a:lnTo>
                <a:lnTo>
                  <a:pt x="7608061" y="4937631"/>
                </a:lnTo>
                <a:lnTo>
                  <a:pt x="7605965" y="4939346"/>
                </a:lnTo>
                <a:lnTo>
                  <a:pt x="5265483" y="6857998"/>
                </a:lnTo>
                <a:lnTo>
                  <a:pt x="5255450" y="6857998"/>
                </a:lnTo>
                <a:lnTo>
                  <a:pt x="7599806" y="4936107"/>
                </a:lnTo>
                <a:lnTo>
                  <a:pt x="5190870" y="849694"/>
                </a:lnTo>
                <a:lnTo>
                  <a:pt x="5191950" y="848043"/>
                </a:lnTo>
                <a:close/>
                <a:moveTo>
                  <a:pt x="6131750" y="0"/>
                </a:moveTo>
                <a:lnTo>
                  <a:pt x="6139307" y="0"/>
                </a:lnTo>
                <a:lnTo>
                  <a:pt x="5597525" y="848551"/>
                </a:lnTo>
                <a:lnTo>
                  <a:pt x="7690485" y="4978652"/>
                </a:lnTo>
                <a:lnTo>
                  <a:pt x="7688579" y="4980303"/>
                </a:lnTo>
                <a:lnTo>
                  <a:pt x="5498973" y="6857998"/>
                </a:lnTo>
                <a:lnTo>
                  <a:pt x="5489257" y="6857998"/>
                </a:lnTo>
                <a:lnTo>
                  <a:pt x="7682611" y="4977128"/>
                </a:lnTo>
                <a:lnTo>
                  <a:pt x="5590159" y="848170"/>
                </a:lnTo>
                <a:lnTo>
                  <a:pt x="5591175" y="846646"/>
                </a:lnTo>
                <a:close/>
                <a:moveTo>
                  <a:pt x="6515989" y="0"/>
                </a:moveTo>
                <a:lnTo>
                  <a:pt x="6523481" y="0"/>
                </a:lnTo>
                <a:lnTo>
                  <a:pt x="5996558" y="847217"/>
                </a:lnTo>
                <a:lnTo>
                  <a:pt x="7772907" y="5019800"/>
                </a:lnTo>
                <a:lnTo>
                  <a:pt x="7771193" y="5021324"/>
                </a:lnTo>
                <a:lnTo>
                  <a:pt x="5723254" y="6857998"/>
                </a:lnTo>
                <a:lnTo>
                  <a:pt x="5713729" y="6857998"/>
                </a:lnTo>
                <a:lnTo>
                  <a:pt x="7765288" y="5018149"/>
                </a:lnTo>
                <a:lnTo>
                  <a:pt x="5989446" y="846709"/>
                </a:lnTo>
                <a:lnTo>
                  <a:pt x="5990272" y="845312"/>
                </a:lnTo>
                <a:close/>
                <a:moveTo>
                  <a:pt x="6899846" y="0"/>
                </a:moveTo>
                <a:lnTo>
                  <a:pt x="6907212" y="0"/>
                </a:lnTo>
                <a:lnTo>
                  <a:pt x="6395720" y="845947"/>
                </a:lnTo>
                <a:lnTo>
                  <a:pt x="7855331" y="5060885"/>
                </a:lnTo>
                <a:lnTo>
                  <a:pt x="7853807" y="5062282"/>
                </a:lnTo>
                <a:lnTo>
                  <a:pt x="5939027" y="6857998"/>
                </a:lnTo>
                <a:lnTo>
                  <a:pt x="5929693" y="6857998"/>
                </a:lnTo>
                <a:lnTo>
                  <a:pt x="7847965" y="5059107"/>
                </a:lnTo>
                <a:lnTo>
                  <a:pt x="6388735" y="845185"/>
                </a:lnTo>
                <a:lnTo>
                  <a:pt x="6389497" y="843915"/>
                </a:lnTo>
                <a:close/>
                <a:moveTo>
                  <a:pt x="7283069" y="0"/>
                </a:moveTo>
                <a:lnTo>
                  <a:pt x="7290435" y="0"/>
                </a:lnTo>
                <a:lnTo>
                  <a:pt x="6794880" y="844677"/>
                </a:lnTo>
                <a:lnTo>
                  <a:pt x="7937753" y="5101969"/>
                </a:lnTo>
                <a:lnTo>
                  <a:pt x="7936420" y="5103303"/>
                </a:lnTo>
                <a:lnTo>
                  <a:pt x="6146800" y="6857998"/>
                </a:lnTo>
                <a:lnTo>
                  <a:pt x="6137719" y="6857998"/>
                </a:lnTo>
                <a:lnTo>
                  <a:pt x="7930641" y="5100064"/>
                </a:lnTo>
                <a:lnTo>
                  <a:pt x="6788023" y="843788"/>
                </a:lnTo>
                <a:lnTo>
                  <a:pt x="6788721" y="842645"/>
                </a:lnTo>
                <a:close/>
                <a:moveTo>
                  <a:pt x="7665593" y="0"/>
                </a:moveTo>
                <a:lnTo>
                  <a:pt x="7672895" y="0"/>
                </a:lnTo>
                <a:lnTo>
                  <a:pt x="7193978" y="843407"/>
                </a:lnTo>
                <a:lnTo>
                  <a:pt x="8020240" y="5143117"/>
                </a:lnTo>
                <a:lnTo>
                  <a:pt x="8019097" y="5144324"/>
                </a:lnTo>
                <a:lnTo>
                  <a:pt x="6347269" y="6857998"/>
                </a:lnTo>
                <a:lnTo>
                  <a:pt x="6338379" y="6857998"/>
                </a:lnTo>
                <a:lnTo>
                  <a:pt x="8013382" y="5141085"/>
                </a:lnTo>
                <a:lnTo>
                  <a:pt x="7187247" y="842264"/>
                </a:lnTo>
                <a:lnTo>
                  <a:pt x="7187882" y="841248"/>
                </a:lnTo>
                <a:close/>
                <a:moveTo>
                  <a:pt x="8047545" y="0"/>
                </a:moveTo>
                <a:lnTo>
                  <a:pt x="8054784" y="0"/>
                </a:lnTo>
                <a:lnTo>
                  <a:pt x="7593139" y="842074"/>
                </a:lnTo>
                <a:lnTo>
                  <a:pt x="8102663" y="5184202"/>
                </a:lnTo>
                <a:lnTo>
                  <a:pt x="8101710" y="5185281"/>
                </a:lnTo>
                <a:lnTo>
                  <a:pt x="6540816" y="6857998"/>
                </a:lnTo>
                <a:lnTo>
                  <a:pt x="6532117" y="6857998"/>
                </a:lnTo>
                <a:lnTo>
                  <a:pt x="8096059" y="5182043"/>
                </a:lnTo>
                <a:lnTo>
                  <a:pt x="7586535" y="840804"/>
                </a:lnTo>
                <a:lnTo>
                  <a:pt x="7587043" y="839915"/>
                </a:lnTo>
                <a:close/>
                <a:moveTo>
                  <a:pt x="8428799" y="0"/>
                </a:moveTo>
                <a:lnTo>
                  <a:pt x="8436038" y="0"/>
                </a:lnTo>
                <a:lnTo>
                  <a:pt x="7992300" y="840740"/>
                </a:lnTo>
                <a:lnTo>
                  <a:pt x="8185150" y="5225286"/>
                </a:lnTo>
                <a:lnTo>
                  <a:pt x="8184261" y="5226239"/>
                </a:lnTo>
                <a:lnTo>
                  <a:pt x="6727825" y="6857998"/>
                </a:lnTo>
                <a:lnTo>
                  <a:pt x="6719315" y="6857998"/>
                </a:lnTo>
                <a:lnTo>
                  <a:pt x="8178672" y="5223000"/>
                </a:lnTo>
                <a:lnTo>
                  <a:pt x="7985887" y="839343"/>
                </a:lnTo>
                <a:lnTo>
                  <a:pt x="7986267" y="838581"/>
                </a:lnTo>
                <a:close/>
                <a:moveTo>
                  <a:pt x="8809354" y="0"/>
                </a:moveTo>
                <a:lnTo>
                  <a:pt x="8816466" y="0"/>
                </a:lnTo>
                <a:lnTo>
                  <a:pt x="8391461" y="839469"/>
                </a:lnTo>
                <a:lnTo>
                  <a:pt x="8267636" y="5266434"/>
                </a:lnTo>
                <a:lnTo>
                  <a:pt x="8266874" y="5267260"/>
                </a:lnTo>
                <a:lnTo>
                  <a:pt x="6908863" y="6857998"/>
                </a:lnTo>
                <a:lnTo>
                  <a:pt x="6900544" y="6857998"/>
                </a:lnTo>
                <a:lnTo>
                  <a:pt x="8261349" y="5264021"/>
                </a:lnTo>
                <a:lnTo>
                  <a:pt x="8385111" y="837818"/>
                </a:lnTo>
                <a:lnTo>
                  <a:pt x="8385428" y="837183"/>
                </a:lnTo>
                <a:close/>
                <a:moveTo>
                  <a:pt x="9189021" y="0"/>
                </a:moveTo>
                <a:lnTo>
                  <a:pt x="9196070" y="0"/>
                </a:lnTo>
                <a:lnTo>
                  <a:pt x="8790559" y="838136"/>
                </a:lnTo>
                <a:lnTo>
                  <a:pt x="8350123" y="5307519"/>
                </a:lnTo>
                <a:lnTo>
                  <a:pt x="8349551" y="5308281"/>
                </a:lnTo>
                <a:lnTo>
                  <a:pt x="7084187" y="6857998"/>
                </a:lnTo>
                <a:lnTo>
                  <a:pt x="7075995" y="6857998"/>
                </a:lnTo>
                <a:lnTo>
                  <a:pt x="8344027" y="5304979"/>
                </a:lnTo>
                <a:lnTo>
                  <a:pt x="8784336" y="836358"/>
                </a:lnTo>
                <a:lnTo>
                  <a:pt x="8784590" y="835850"/>
                </a:lnTo>
                <a:close/>
              </a:path>
            </a:pathLst>
          </a:custGeom>
          <a:gradFill>
            <a:gsLst>
              <a:gs pos="0">
                <a:schemeClr val="accent2"/>
              </a:gs>
              <a:gs pos="100000">
                <a:srgbClr val="0056F9"/>
              </a:gs>
            </a:gsLst>
            <a:lin ang="1801379" scaled="0"/>
          </a:gradFill>
          <a:ln>
            <a:noFill/>
          </a:ln>
        </p:spPr>
        <p:txBody>
          <a:bodyPr spcFirstLastPara="1" wrap="square" lIns="101750" tIns="50875" rIns="101750" bIns="50875" anchor="ctr" anchorCtr="0">
            <a:noAutofit/>
          </a:bodyPr>
          <a:lstStyle/>
          <a:p>
            <a:pPr marL="0" marR="0" lvl="0" indent="0" algn="l" rtl="0">
              <a:spcBef>
                <a:spcPts val="0"/>
              </a:spcBef>
              <a:spcAft>
                <a:spcPts val="0"/>
              </a:spcAft>
              <a:buNone/>
            </a:pPr>
            <a:endParaRPr sz="2003">
              <a:solidFill>
                <a:srgbClr val="000000"/>
              </a:solidFill>
              <a:latin typeface="Arial"/>
              <a:ea typeface="Arial"/>
              <a:cs typeface="Arial"/>
              <a:sym typeface="Arial"/>
            </a:endParaRPr>
          </a:p>
        </p:txBody>
      </p:sp>
      <p:grpSp>
        <p:nvGrpSpPr>
          <p:cNvPr id="107" name="Google Shape;107;p17"/>
          <p:cNvGrpSpPr/>
          <p:nvPr/>
        </p:nvGrpSpPr>
        <p:grpSpPr>
          <a:xfrm>
            <a:off x="685830" y="628681"/>
            <a:ext cx="2543632" cy="455250"/>
            <a:chOff x="672963" y="636069"/>
            <a:chExt cx="2930789" cy="524542"/>
          </a:xfrm>
        </p:grpSpPr>
        <p:sp>
          <p:nvSpPr>
            <p:cNvPr id="108" name="Google Shape;108;p17"/>
            <p:cNvSpPr/>
            <p:nvPr/>
          </p:nvSpPr>
          <p:spPr>
            <a:xfrm>
              <a:off x="775795" y="738711"/>
              <a:ext cx="318296" cy="318897"/>
            </a:xfrm>
            <a:custGeom>
              <a:avLst/>
              <a:gdLst/>
              <a:ahLst/>
              <a:cxnLst/>
              <a:rect l="l" t="t" r="r" b="b"/>
              <a:pathLst>
                <a:path w="318296" h="318897" extrusionOk="0">
                  <a:moveTo>
                    <a:pt x="290735" y="151727"/>
                  </a:moveTo>
                  <a:cubicBezTo>
                    <a:pt x="286325" y="151546"/>
                    <a:pt x="281911" y="151327"/>
                    <a:pt x="277460" y="151108"/>
                  </a:cubicBezTo>
                  <a:lnTo>
                    <a:pt x="237709" y="150019"/>
                  </a:lnTo>
                  <a:cubicBezTo>
                    <a:pt x="217926" y="149438"/>
                    <a:pt x="196802" y="149111"/>
                    <a:pt x="169348" y="148930"/>
                  </a:cubicBezTo>
                  <a:cubicBezTo>
                    <a:pt x="169348" y="128508"/>
                    <a:pt x="169240" y="104531"/>
                    <a:pt x="168554" y="80369"/>
                  </a:cubicBezTo>
                  <a:lnTo>
                    <a:pt x="167469" y="40729"/>
                  </a:lnTo>
                  <a:cubicBezTo>
                    <a:pt x="167249" y="36297"/>
                    <a:pt x="167034" y="31864"/>
                    <a:pt x="166853" y="27429"/>
                  </a:cubicBezTo>
                  <a:cubicBezTo>
                    <a:pt x="166456" y="18491"/>
                    <a:pt x="166059" y="9735"/>
                    <a:pt x="165478" y="1089"/>
                  </a:cubicBezTo>
                  <a:lnTo>
                    <a:pt x="165405" y="0"/>
                  </a:lnTo>
                  <a:lnTo>
                    <a:pt x="152133" y="0"/>
                  </a:lnTo>
                  <a:lnTo>
                    <a:pt x="152060" y="1089"/>
                  </a:lnTo>
                  <a:cubicBezTo>
                    <a:pt x="151409" y="9992"/>
                    <a:pt x="151009" y="19002"/>
                    <a:pt x="150685" y="27429"/>
                  </a:cubicBezTo>
                  <a:cubicBezTo>
                    <a:pt x="150504" y="31864"/>
                    <a:pt x="150289" y="36297"/>
                    <a:pt x="150070" y="40729"/>
                  </a:cubicBezTo>
                  <a:lnTo>
                    <a:pt x="148841" y="80404"/>
                  </a:lnTo>
                  <a:cubicBezTo>
                    <a:pt x="148622" y="89414"/>
                    <a:pt x="148479" y="98498"/>
                    <a:pt x="148371" y="107544"/>
                  </a:cubicBezTo>
                  <a:lnTo>
                    <a:pt x="146777" y="103876"/>
                  </a:lnTo>
                  <a:cubicBezTo>
                    <a:pt x="143812" y="96936"/>
                    <a:pt x="140773" y="89779"/>
                    <a:pt x="137554" y="82658"/>
                  </a:cubicBezTo>
                  <a:lnTo>
                    <a:pt x="121460" y="46542"/>
                  </a:lnTo>
                  <a:cubicBezTo>
                    <a:pt x="120085" y="43672"/>
                    <a:pt x="118748" y="40764"/>
                    <a:pt x="117373" y="37894"/>
                  </a:cubicBezTo>
                  <a:lnTo>
                    <a:pt x="114986" y="32772"/>
                  </a:lnTo>
                  <a:cubicBezTo>
                    <a:pt x="112163" y="26667"/>
                    <a:pt x="108401" y="18675"/>
                    <a:pt x="104569" y="10716"/>
                  </a:cubicBezTo>
                  <a:lnTo>
                    <a:pt x="104099" y="9700"/>
                  </a:lnTo>
                  <a:lnTo>
                    <a:pt x="91764" y="14894"/>
                  </a:lnTo>
                  <a:lnTo>
                    <a:pt x="92126" y="15948"/>
                  </a:lnTo>
                  <a:cubicBezTo>
                    <a:pt x="95056" y="24705"/>
                    <a:pt x="98276" y="33534"/>
                    <a:pt x="101349" y="42072"/>
                  </a:cubicBezTo>
                  <a:lnTo>
                    <a:pt x="101492" y="42507"/>
                  </a:lnTo>
                  <a:cubicBezTo>
                    <a:pt x="102797" y="46069"/>
                    <a:pt x="104099" y="49667"/>
                    <a:pt x="105400" y="53299"/>
                  </a:cubicBezTo>
                  <a:lnTo>
                    <a:pt x="119469" y="90322"/>
                  </a:lnTo>
                  <a:cubicBezTo>
                    <a:pt x="122472" y="98063"/>
                    <a:pt x="125654" y="106166"/>
                    <a:pt x="129416" y="115465"/>
                  </a:cubicBezTo>
                  <a:cubicBezTo>
                    <a:pt x="126632" y="112741"/>
                    <a:pt x="123809" y="109979"/>
                    <a:pt x="120990" y="107255"/>
                  </a:cubicBezTo>
                  <a:cubicBezTo>
                    <a:pt x="117373" y="103730"/>
                    <a:pt x="113719" y="100168"/>
                    <a:pt x="110103" y="96609"/>
                  </a:cubicBezTo>
                  <a:lnTo>
                    <a:pt x="81420" y="69323"/>
                  </a:lnTo>
                  <a:cubicBezTo>
                    <a:pt x="78127" y="66342"/>
                    <a:pt x="74873" y="63363"/>
                    <a:pt x="71619" y="60347"/>
                  </a:cubicBezTo>
                  <a:cubicBezTo>
                    <a:pt x="64418" y="53737"/>
                    <a:pt x="58414" y="48250"/>
                    <a:pt x="52048" y="42726"/>
                  </a:cubicBezTo>
                  <a:lnTo>
                    <a:pt x="51216" y="41999"/>
                  </a:lnTo>
                  <a:lnTo>
                    <a:pt x="41812" y="51410"/>
                  </a:lnTo>
                  <a:lnTo>
                    <a:pt x="42535" y="52245"/>
                  </a:lnTo>
                  <a:cubicBezTo>
                    <a:pt x="47419" y="57915"/>
                    <a:pt x="52448" y="63402"/>
                    <a:pt x="58017" y="69504"/>
                  </a:cubicBezTo>
                  <a:cubicBezTo>
                    <a:pt x="61706" y="73536"/>
                    <a:pt x="65395" y="77607"/>
                    <a:pt x="69085" y="81750"/>
                  </a:cubicBezTo>
                  <a:lnTo>
                    <a:pt x="96285" y="110525"/>
                  </a:lnTo>
                  <a:cubicBezTo>
                    <a:pt x="103518" y="118154"/>
                    <a:pt x="109414" y="124295"/>
                    <a:pt x="114913" y="129816"/>
                  </a:cubicBezTo>
                  <a:lnTo>
                    <a:pt x="112814" y="128981"/>
                  </a:lnTo>
                  <a:cubicBezTo>
                    <a:pt x="105219" y="125930"/>
                    <a:pt x="97622" y="122879"/>
                    <a:pt x="89992" y="119898"/>
                  </a:cubicBezTo>
                  <a:lnTo>
                    <a:pt x="52991" y="105874"/>
                  </a:lnTo>
                  <a:lnTo>
                    <a:pt x="42101" y="101914"/>
                  </a:lnTo>
                  <a:cubicBezTo>
                    <a:pt x="33493" y="98790"/>
                    <a:pt x="24597" y="95555"/>
                    <a:pt x="15770" y="92577"/>
                  </a:cubicBezTo>
                  <a:lnTo>
                    <a:pt x="14722" y="92212"/>
                  </a:lnTo>
                  <a:lnTo>
                    <a:pt x="9550" y="104565"/>
                  </a:lnTo>
                  <a:lnTo>
                    <a:pt x="10525" y="105073"/>
                  </a:lnTo>
                  <a:cubicBezTo>
                    <a:pt x="17580" y="108671"/>
                    <a:pt x="24886" y="112049"/>
                    <a:pt x="31937" y="115319"/>
                  </a:cubicBezTo>
                  <a:lnTo>
                    <a:pt x="33096" y="115865"/>
                  </a:lnTo>
                  <a:cubicBezTo>
                    <a:pt x="36243" y="117319"/>
                    <a:pt x="39389" y="118808"/>
                    <a:pt x="42535" y="120263"/>
                  </a:cubicBezTo>
                  <a:lnTo>
                    <a:pt x="82360" y="138173"/>
                  </a:lnTo>
                  <a:cubicBezTo>
                    <a:pt x="89557" y="141443"/>
                    <a:pt x="96755" y="144532"/>
                    <a:pt x="103518" y="147437"/>
                  </a:cubicBezTo>
                  <a:lnTo>
                    <a:pt x="107172" y="149003"/>
                  </a:lnTo>
                  <a:cubicBezTo>
                    <a:pt x="98165" y="149111"/>
                    <a:pt x="89087" y="149257"/>
                    <a:pt x="80118" y="149473"/>
                  </a:cubicBezTo>
                  <a:lnTo>
                    <a:pt x="40583" y="150565"/>
                  </a:lnTo>
                  <a:cubicBezTo>
                    <a:pt x="36170" y="150781"/>
                    <a:pt x="31756" y="151000"/>
                    <a:pt x="27343" y="151181"/>
                  </a:cubicBezTo>
                  <a:cubicBezTo>
                    <a:pt x="18050" y="151581"/>
                    <a:pt x="9658" y="151981"/>
                    <a:pt x="1086" y="152562"/>
                  </a:cubicBezTo>
                  <a:lnTo>
                    <a:pt x="0" y="152635"/>
                  </a:lnTo>
                  <a:lnTo>
                    <a:pt x="0" y="166005"/>
                  </a:lnTo>
                  <a:lnTo>
                    <a:pt x="1086" y="166078"/>
                  </a:lnTo>
                  <a:cubicBezTo>
                    <a:pt x="9909" y="166732"/>
                    <a:pt x="18917" y="167094"/>
                    <a:pt x="27343" y="167459"/>
                  </a:cubicBezTo>
                  <a:cubicBezTo>
                    <a:pt x="31756" y="167640"/>
                    <a:pt x="36170" y="167859"/>
                    <a:pt x="40618" y="168075"/>
                  </a:cubicBezTo>
                  <a:lnTo>
                    <a:pt x="80118" y="169167"/>
                  </a:lnTo>
                  <a:cubicBezTo>
                    <a:pt x="99397" y="169748"/>
                    <a:pt x="119037" y="169821"/>
                    <a:pt x="138062" y="169929"/>
                  </a:cubicBezTo>
                  <a:lnTo>
                    <a:pt x="148444" y="169929"/>
                  </a:lnTo>
                  <a:cubicBezTo>
                    <a:pt x="148587" y="192421"/>
                    <a:pt x="148733" y="215671"/>
                    <a:pt x="149527" y="238525"/>
                  </a:cubicBezTo>
                  <a:lnTo>
                    <a:pt x="150759" y="278165"/>
                  </a:lnTo>
                  <a:cubicBezTo>
                    <a:pt x="150974" y="282597"/>
                    <a:pt x="151190" y="287033"/>
                    <a:pt x="151371" y="291465"/>
                  </a:cubicBezTo>
                  <a:cubicBezTo>
                    <a:pt x="151771" y="300838"/>
                    <a:pt x="152168" y="309302"/>
                    <a:pt x="152746" y="317805"/>
                  </a:cubicBezTo>
                  <a:lnTo>
                    <a:pt x="152819" y="318897"/>
                  </a:lnTo>
                  <a:lnTo>
                    <a:pt x="165154" y="318897"/>
                  </a:lnTo>
                  <a:lnTo>
                    <a:pt x="165224" y="317805"/>
                  </a:lnTo>
                  <a:cubicBezTo>
                    <a:pt x="165878" y="309013"/>
                    <a:pt x="166237" y="300330"/>
                    <a:pt x="166599" y="291465"/>
                  </a:cubicBezTo>
                  <a:cubicBezTo>
                    <a:pt x="166780" y="287033"/>
                    <a:pt x="166999" y="282597"/>
                    <a:pt x="167215" y="278165"/>
                  </a:cubicBezTo>
                  <a:lnTo>
                    <a:pt x="168443" y="238563"/>
                  </a:lnTo>
                  <a:cubicBezTo>
                    <a:pt x="168770" y="229372"/>
                    <a:pt x="168913" y="219961"/>
                    <a:pt x="169059" y="210585"/>
                  </a:cubicBezTo>
                  <a:lnTo>
                    <a:pt x="169783" y="212293"/>
                  </a:lnTo>
                  <a:cubicBezTo>
                    <a:pt x="173145" y="220034"/>
                    <a:pt x="176584" y="228063"/>
                    <a:pt x="180235" y="236166"/>
                  </a:cubicBezTo>
                  <a:lnTo>
                    <a:pt x="196475" y="272279"/>
                  </a:lnTo>
                  <a:cubicBezTo>
                    <a:pt x="198358" y="276241"/>
                    <a:pt x="200238" y="280238"/>
                    <a:pt x="202082" y="284232"/>
                  </a:cubicBezTo>
                  <a:cubicBezTo>
                    <a:pt x="206061" y="292808"/>
                    <a:pt x="209677" y="300511"/>
                    <a:pt x="213512" y="308105"/>
                  </a:cubicBezTo>
                  <a:lnTo>
                    <a:pt x="214020" y="309086"/>
                  </a:lnTo>
                  <a:lnTo>
                    <a:pt x="225377" y="304289"/>
                  </a:lnTo>
                  <a:lnTo>
                    <a:pt x="225015" y="303235"/>
                  </a:lnTo>
                  <a:cubicBezTo>
                    <a:pt x="222590" y="295970"/>
                    <a:pt x="219986" y="288630"/>
                    <a:pt x="217491" y="281581"/>
                  </a:cubicBezTo>
                  <a:lnTo>
                    <a:pt x="215792" y="276749"/>
                  </a:lnTo>
                  <a:cubicBezTo>
                    <a:pt x="214490" y="273117"/>
                    <a:pt x="213189" y="269446"/>
                    <a:pt x="211922" y="265741"/>
                  </a:cubicBezTo>
                  <a:lnTo>
                    <a:pt x="197996" y="228717"/>
                  </a:lnTo>
                  <a:cubicBezTo>
                    <a:pt x="194450" y="219269"/>
                    <a:pt x="191122" y="210696"/>
                    <a:pt x="187903" y="202667"/>
                  </a:cubicBezTo>
                  <a:lnTo>
                    <a:pt x="190109" y="204810"/>
                  </a:lnTo>
                  <a:cubicBezTo>
                    <a:pt x="195932" y="210477"/>
                    <a:pt x="201975" y="216326"/>
                    <a:pt x="207978" y="221958"/>
                  </a:cubicBezTo>
                  <a:lnTo>
                    <a:pt x="236842" y="249098"/>
                  </a:lnTo>
                  <a:cubicBezTo>
                    <a:pt x="239773" y="251752"/>
                    <a:pt x="242703" y="254441"/>
                    <a:pt x="245631" y="257131"/>
                  </a:cubicBezTo>
                  <a:cubicBezTo>
                    <a:pt x="251708" y="262725"/>
                    <a:pt x="258905" y="269265"/>
                    <a:pt x="266249" y="275587"/>
                  </a:cubicBezTo>
                  <a:lnTo>
                    <a:pt x="267081" y="276276"/>
                  </a:lnTo>
                  <a:lnTo>
                    <a:pt x="275796" y="267557"/>
                  </a:lnTo>
                  <a:lnTo>
                    <a:pt x="275076" y="266722"/>
                  </a:lnTo>
                  <a:cubicBezTo>
                    <a:pt x="269180" y="259890"/>
                    <a:pt x="263065" y="253133"/>
                    <a:pt x="257169" y="246628"/>
                  </a:cubicBezTo>
                  <a:lnTo>
                    <a:pt x="256302" y="245647"/>
                  </a:lnTo>
                  <a:cubicBezTo>
                    <a:pt x="253771" y="242888"/>
                    <a:pt x="251238" y="240090"/>
                    <a:pt x="248707" y="237255"/>
                  </a:cubicBezTo>
                  <a:lnTo>
                    <a:pt x="221650" y="208334"/>
                  </a:lnTo>
                  <a:cubicBezTo>
                    <a:pt x="215792" y="202048"/>
                    <a:pt x="209642" y="195688"/>
                    <a:pt x="204362" y="190205"/>
                  </a:cubicBezTo>
                  <a:lnTo>
                    <a:pt x="202298" y="188058"/>
                  </a:lnTo>
                  <a:cubicBezTo>
                    <a:pt x="204435" y="188897"/>
                    <a:pt x="206569" y="189767"/>
                    <a:pt x="208702" y="190602"/>
                  </a:cubicBezTo>
                  <a:cubicBezTo>
                    <a:pt x="215249" y="193218"/>
                    <a:pt x="221796" y="195799"/>
                    <a:pt x="228378" y="198304"/>
                  </a:cubicBezTo>
                  <a:lnTo>
                    <a:pt x="265344" y="212293"/>
                  </a:lnTo>
                  <a:cubicBezTo>
                    <a:pt x="269938" y="213893"/>
                    <a:pt x="274533" y="215563"/>
                    <a:pt x="279054" y="217199"/>
                  </a:cubicBezTo>
                  <a:cubicBezTo>
                    <a:pt x="287734" y="220361"/>
                    <a:pt x="295005" y="222977"/>
                    <a:pt x="302635" y="225482"/>
                  </a:cubicBezTo>
                  <a:lnTo>
                    <a:pt x="303647" y="225809"/>
                  </a:lnTo>
                  <a:lnTo>
                    <a:pt x="308423" y="214436"/>
                  </a:lnTo>
                  <a:lnTo>
                    <a:pt x="307448" y="213928"/>
                  </a:lnTo>
                  <a:cubicBezTo>
                    <a:pt x="299923" y="210115"/>
                    <a:pt x="292183" y="206480"/>
                    <a:pt x="284696" y="202956"/>
                  </a:cubicBezTo>
                  <a:lnTo>
                    <a:pt x="283648" y="202448"/>
                  </a:lnTo>
                  <a:cubicBezTo>
                    <a:pt x="279667" y="200631"/>
                    <a:pt x="275688" y="198742"/>
                    <a:pt x="271710" y="196815"/>
                  </a:cubicBezTo>
                  <a:lnTo>
                    <a:pt x="235830" y="180648"/>
                  </a:lnTo>
                  <a:cubicBezTo>
                    <a:pt x="228089" y="177124"/>
                    <a:pt x="219913" y="173526"/>
                    <a:pt x="210366" y="169421"/>
                  </a:cubicBezTo>
                  <a:cubicBezTo>
                    <a:pt x="219589" y="169310"/>
                    <a:pt x="228994" y="169167"/>
                    <a:pt x="238217" y="168802"/>
                  </a:cubicBezTo>
                  <a:lnTo>
                    <a:pt x="277714" y="167567"/>
                  </a:lnTo>
                  <a:cubicBezTo>
                    <a:pt x="281946" y="167351"/>
                    <a:pt x="286179" y="167167"/>
                    <a:pt x="290411" y="166986"/>
                  </a:cubicBezTo>
                  <a:lnTo>
                    <a:pt x="290954" y="166986"/>
                  </a:lnTo>
                  <a:cubicBezTo>
                    <a:pt x="299850" y="166586"/>
                    <a:pt x="308569" y="166186"/>
                    <a:pt x="317211" y="165570"/>
                  </a:cubicBezTo>
                  <a:lnTo>
                    <a:pt x="318297" y="165497"/>
                  </a:lnTo>
                  <a:lnTo>
                    <a:pt x="318297" y="153108"/>
                  </a:lnTo>
                  <a:lnTo>
                    <a:pt x="317211" y="153035"/>
                  </a:lnTo>
                  <a:cubicBezTo>
                    <a:pt x="308280" y="152381"/>
                    <a:pt x="299345" y="151981"/>
                    <a:pt x="290954" y="151654"/>
                  </a:cubicBezTo>
                  <a:lnTo>
                    <a:pt x="290735" y="151727"/>
                  </a:lnTo>
                  <a:close/>
                </a:path>
              </a:pathLst>
            </a:custGeom>
            <a:solidFill>
              <a:schemeClr val="dk1"/>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Poppins"/>
                <a:ea typeface="Poppins"/>
                <a:cs typeface="Poppins"/>
                <a:sym typeface="Poppins"/>
              </a:endParaRPr>
            </a:p>
          </p:txBody>
        </p:sp>
        <p:sp>
          <p:nvSpPr>
            <p:cNvPr id="109" name="Google Shape;109;p17"/>
            <p:cNvSpPr/>
            <p:nvPr/>
          </p:nvSpPr>
          <p:spPr>
            <a:xfrm>
              <a:off x="672963" y="636069"/>
              <a:ext cx="522980" cy="524542"/>
            </a:xfrm>
            <a:custGeom>
              <a:avLst/>
              <a:gdLst/>
              <a:ahLst/>
              <a:cxnLst/>
              <a:rect l="l" t="t" r="r" b="b"/>
              <a:pathLst>
                <a:path w="522980" h="524542" extrusionOk="0">
                  <a:moveTo>
                    <a:pt x="446376" y="76842"/>
                  </a:moveTo>
                  <a:cubicBezTo>
                    <a:pt x="409699" y="40037"/>
                    <a:pt x="363401" y="15221"/>
                    <a:pt x="312509" y="5084"/>
                  </a:cubicBezTo>
                  <a:cubicBezTo>
                    <a:pt x="261582" y="-5089"/>
                    <a:pt x="209353" y="70"/>
                    <a:pt x="161426" y="19981"/>
                  </a:cubicBezTo>
                  <a:cubicBezTo>
                    <a:pt x="113500" y="39891"/>
                    <a:pt x="72917" y="73283"/>
                    <a:pt x="44091" y="116555"/>
                  </a:cubicBezTo>
                  <a:cubicBezTo>
                    <a:pt x="15227" y="159865"/>
                    <a:pt x="0" y="210224"/>
                    <a:pt x="0" y="262287"/>
                  </a:cubicBezTo>
                  <a:cubicBezTo>
                    <a:pt x="73" y="332302"/>
                    <a:pt x="27308" y="398139"/>
                    <a:pt x="76679" y="447625"/>
                  </a:cubicBezTo>
                  <a:cubicBezTo>
                    <a:pt x="126054" y="497145"/>
                    <a:pt x="191665" y="524431"/>
                    <a:pt x="261474" y="524542"/>
                  </a:cubicBezTo>
                  <a:cubicBezTo>
                    <a:pt x="313379" y="524542"/>
                    <a:pt x="363582" y="509245"/>
                    <a:pt x="406733" y="480359"/>
                  </a:cubicBezTo>
                  <a:cubicBezTo>
                    <a:pt x="449885" y="451438"/>
                    <a:pt x="483197" y="410747"/>
                    <a:pt x="503053" y="362677"/>
                  </a:cubicBezTo>
                  <a:cubicBezTo>
                    <a:pt x="522913" y="314608"/>
                    <a:pt x="528047" y="262214"/>
                    <a:pt x="517922" y="211166"/>
                  </a:cubicBezTo>
                  <a:cubicBezTo>
                    <a:pt x="507794" y="160119"/>
                    <a:pt x="483051" y="113684"/>
                    <a:pt x="446338" y="76880"/>
                  </a:cubicBezTo>
                  <a:lnTo>
                    <a:pt x="446376" y="76842"/>
                  </a:lnTo>
                  <a:close/>
                  <a:moveTo>
                    <a:pt x="488115" y="307486"/>
                  </a:moveTo>
                  <a:cubicBezTo>
                    <a:pt x="479184" y="352575"/>
                    <a:pt x="457298" y="393634"/>
                    <a:pt x="424891" y="426152"/>
                  </a:cubicBezTo>
                  <a:cubicBezTo>
                    <a:pt x="392446" y="458670"/>
                    <a:pt x="351536" y="480616"/>
                    <a:pt x="306578" y="489589"/>
                  </a:cubicBezTo>
                  <a:cubicBezTo>
                    <a:pt x="261582" y="498564"/>
                    <a:pt x="215430" y="493986"/>
                    <a:pt x="173072" y="476400"/>
                  </a:cubicBezTo>
                  <a:cubicBezTo>
                    <a:pt x="130718" y="458813"/>
                    <a:pt x="94837" y="429276"/>
                    <a:pt x="69374" y="391052"/>
                  </a:cubicBezTo>
                  <a:cubicBezTo>
                    <a:pt x="43910" y="352832"/>
                    <a:pt x="30420" y="308287"/>
                    <a:pt x="30420" y="262287"/>
                  </a:cubicBezTo>
                  <a:cubicBezTo>
                    <a:pt x="30490" y="200413"/>
                    <a:pt x="54543" y="142244"/>
                    <a:pt x="98165" y="98498"/>
                  </a:cubicBezTo>
                  <a:cubicBezTo>
                    <a:pt x="141786" y="54753"/>
                    <a:pt x="199803" y="30626"/>
                    <a:pt x="261474" y="30553"/>
                  </a:cubicBezTo>
                  <a:cubicBezTo>
                    <a:pt x="307337" y="30553"/>
                    <a:pt x="351717" y="44069"/>
                    <a:pt x="389842" y="69612"/>
                  </a:cubicBezTo>
                  <a:cubicBezTo>
                    <a:pt x="427965" y="95155"/>
                    <a:pt x="457406" y="131125"/>
                    <a:pt x="474951" y="173600"/>
                  </a:cubicBezTo>
                  <a:cubicBezTo>
                    <a:pt x="492493" y="216072"/>
                    <a:pt x="497049" y="262398"/>
                    <a:pt x="488115" y="307486"/>
                  </a:cubicBezTo>
                  <a:close/>
                </a:path>
              </a:pathLst>
            </a:custGeom>
            <a:solidFill>
              <a:schemeClr val="dk1"/>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Poppins"/>
                <a:ea typeface="Poppins"/>
                <a:cs typeface="Poppins"/>
                <a:sym typeface="Poppins"/>
              </a:endParaRPr>
            </a:p>
          </p:txBody>
        </p:sp>
        <p:sp>
          <p:nvSpPr>
            <p:cNvPr id="110" name="Google Shape;110;p17"/>
            <p:cNvSpPr/>
            <p:nvPr/>
          </p:nvSpPr>
          <p:spPr>
            <a:xfrm>
              <a:off x="3410553" y="784450"/>
              <a:ext cx="193199" cy="226066"/>
            </a:xfrm>
            <a:custGeom>
              <a:avLst/>
              <a:gdLst/>
              <a:ahLst/>
              <a:cxnLst/>
              <a:rect l="l" t="t" r="r" b="b"/>
              <a:pathLst>
                <a:path w="193199" h="226066" extrusionOk="0">
                  <a:moveTo>
                    <a:pt x="0" y="0"/>
                  </a:moveTo>
                  <a:lnTo>
                    <a:pt x="0" y="30156"/>
                  </a:lnTo>
                  <a:lnTo>
                    <a:pt x="80550" y="30156"/>
                  </a:lnTo>
                  <a:lnTo>
                    <a:pt x="80550" y="226066"/>
                  </a:lnTo>
                  <a:lnTo>
                    <a:pt x="112554" y="226066"/>
                  </a:lnTo>
                  <a:lnTo>
                    <a:pt x="112554" y="30156"/>
                  </a:lnTo>
                  <a:lnTo>
                    <a:pt x="193199" y="30156"/>
                  </a:lnTo>
                  <a:lnTo>
                    <a:pt x="193199" y="0"/>
                  </a:lnTo>
                  <a:lnTo>
                    <a:pt x="0" y="0"/>
                  </a:lnTo>
                  <a:close/>
                </a:path>
              </a:pathLst>
            </a:custGeom>
            <a:solidFill>
              <a:schemeClr val="dk1"/>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Poppins"/>
                <a:ea typeface="Poppins"/>
                <a:cs typeface="Poppins"/>
                <a:sym typeface="Poppins"/>
              </a:endParaRPr>
            </a:p>
          </p:txBody>
        </p:sp>
        <p:sp>
          <p:nvSpPr>
            <p:cNvPr id="111" name="Google Shape;111;p17"/>
            <p:cNvSpPr/>
            <p:nvPr/>
          </p:nvSpPr>
          <p:spPr>
            <a:xfrm>
              <a:off x="2650677" y="784418"/>
              <a:ext cx="193836" cy="229987"/>
            </a:xfrm>
            <a:custGeom>
              <a:avLst/>
              <a:gdLst/>
              <a:ahLst/>
              <a:cxnLst/>
              <a:rect l="l" t="t" r="r" b="b"/>
              <a:pathLst>
                <a:path w="193836" h="229987" extrusionOk="0">
                  <a:moveTo>
                    <a:pt x="161896" y="128873"/>
                  </a:moveTo>
                  <a:cubicBezTo>
                    <a:pt x="161896" y="170475"/>
                    <a:pt x="135166" y="199504"/>
                    <a:pt x="96901" y="199504"/>
                  </a:cubicBezTo>
                  <a:cubicBezTo>
                    <a:pt x="58633" y="199504"/>
                    <a:pt x="31975" y="171129"/>
                    <a:pt x="31975" y="128873"/>
                  </a:cubicBezTo>
                  <a:lnTo>
                    <a:pt x="31975" y="0"/>
                  </a:lnTo>
                  <a:lnTo>
                    <a:pt x="0" y="0"/>
                  </a:lnTo>
                  <a:lnTo>
                    <a:pt x="0" y="128873"/>
                  </a:lnTo>
                  <a:cubicBezTo>
                    <a:pt x="0" y="189370"/>
                    <a:pt x="38954" y="229987"/>
                    <a:pt x="96901" y="229987"/>
                  </a:cubicBezTo>
                  <a:cubicBezTo>
                    <a:pt x="154845" y="229987"/>
                    <a:pt x="193837" y="189332"/>
                    <a:pt x="193837" y="128873"/>
                  </a:cubicBezTo>
                  <a:lnTo>
                    <a:pt x="193837" y="0"/>
                  </a:lnTo>
                  <a:lnTo>
                    <a:pt x="161935" y="0"/>
                  </a:lnTo>
                  <a:lnTo>
                    <a:pt x="161935" y="128873"/>
                  </a:lnTo>
                  <a:lnTo>
                    <a:pt x="161896" y="128873"/>
                  </a:lnTo>
                  <a:close/>
                </a:path>
              </a:pathLst>
            </a:custGeom>
            <a:solidFill>
              <a:schemeClr val="dk1"/>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Poppins"/>
                <a:ea typeface="Poppins"/>
                <a:cs typeface="Poppins"/>
                <a:sym typeface="Poppins"/>
              </a:endParaRPr>
            </a:p>
          </p:txBody>
        </p:sp>
        <p:sp>
          <p:nvSpPr>
            <p:cNvPr id="112" name="Google Shape;112;p17"/>
            <p:cNvSpPr/>
            <p:nvPr/>
          </p:nvSpPr>
          <p:spPr>
            <a:xfrm>
              <a:off x="1631213" y="780573"/>
              <a:ext cx="234499" cy="235111"/>
            </a:xfrm>
            <a:custGeom>
              <a:avLst/>
              <a:gdLst/>
              <a:ahLst/>
              <a:cxnLst/>
              <a:rect l="l" t="t" r="r" b="b"/>
              <a:pathLst>
                <a:path w="234499" h="235111" extrusionOk="0">
                  <a:moveTo>
                    <a:pt x="200063" y="33969"/>
                  </a:moveTo>
                  <a:cubicBezTo>
                    <a:pt x="189106" y="23035"/>
                    <a:pt x="176301" y="14532"/>
                    <a:pt x="162014" y="8684"/>
                  </a:cubicBezTo>
                  <a:cubicBezTo>
                    <a:pt x="147942" y="2905"/>
                    <a:pt x="133115" y="0"/>
                    <a:pt x="117922" y="0"/>
                  </a:cubicBezTo>
                  <a:cubicBezTo>
                    <a:pt x="94303" y="0"/>
                    <a:pt x="71551" y="6721"/>
                    <a:pt x="52019" y="19872"/>
                  </a:cubicBezTo>
                  <a:cubicBezTo>
                    <a:pt x="32667" y="32880"/>
                    <a:pt x="17729" y="51156"/>
                    <a:pt x="8867" y="72739"/>
                  </a:cubicBezTo>
                  <a:cubicBezTo>
                    <a:pt x="-29" y="94320"/>
                    <a:pt x="-2271" y="117827"/>
                    <a:pt x="2321" y="140754"/>
                  </a:cubicBezTo>
                  <a:cubicBezTo>
                    <a:pt x="6915" y="163643"/>
                    <a:pt x="18056" y="184461"/>
                    <a:pt x="34585" y="200920"/>
                  </a:cubicBezTo>
                  <a:cubicBezTo>
                    <a:pt x="51079" y="217380"/>
                    <a:pt x="71913" y="228463"/>
                    <a:pt x="94773" y="232931"/>
                  </a:cubicBezTo>
                  <a:cubicBezTo>
                    <a:pt x="102260" y="234385"/>
                    <a:pt x="109820" y="235112"/>
                    <a:pt x="117344" y="235112"/>
                  </a:cubicBezTo>
                  <a:cubicBezTo>
                    <a:pt x="132788" y="235112"/>
                    <a:pt x="148123" y="232023"/>
                    <a:pt x="162556" y="225955"/>
                  </a:cubicBezTo>
                  <a:cubicBezTo>
                    <a:pt x="184042" y="216945"/>
                    <a:pt x="202161" y="201866"/>
                    <a:pt x="215039" y="182391"/>
                  </a:cubicBezTo>
                  <a:cubicBezTo>
                    <a:pt x="227879" y="162916"/>
                    <a:pt x="234607" y="140281"/>
                    <a:pt x="234499" y="116919"/>
                  </a:cubicBezTo>
                  <a:cubicBezTo>
                    <a:pt x="234499" y="101441"/>
                    <a:pt x="231495" y="86325"/>
                    <a:pt x="225599" y="72012"/>
                  </a:cubicBezTo>
                  <a:cubicBezTo>
                    <a:pt x="219668" y="57696"/>
                    <a:pt x="211131" y="44907"/>
                    <a:pt x="200174" y="33969"/>
                  </a:cubicBezTo>
                  <a:lnTo>
                    <a:pt x="200063" y="33969"/>
                  </a:lnTo>
                  <a:close/>
                  <a:moveTo>
                    <a:pt x="202199" y="116992"/>
                  </a:moveTo>
                  <a:cubicBezTo>
                    <a:pt x="202342" y="128327"/>
                    <a:pt x="200282" y="139446"/>
                    <a:pt x="196084" y="149984"/>
                  </a:cubicBezTo>
                  <a:cubicBezTo>
                    <a:pt x="191852" y="160519"/>
                    <a:pt x="185705" y="169967"/>
                    <a:pt x="177749" y="178032"/>
                  </a:cubicBezTo>
                  <a:cubicBezTo>
                    <a:pt x="169789" y="186134"/>
                    <a:pt x="160458" y="192421"/>
                    <a:pt x="150041" y="196815"/>
                  </a:cubicBezTo>
                  <a:cubicBezTo>
                    <a:pt x="139588" y="201178"/>
                    <a:pt x="128555" y="203429"/>
                    <a:pt x="117233" y="203429"/>
                  </a:cubicBezTo>
                  <a:cubicBezTo>
                    <a:pt x="100415" y="203429"/>
                    <a:pt x="84175" y="198488"/>
                    <a:pt x="70176" y="189112"/>
                  </a:cubicBezTo>
                  <a:cubicBezTo>
                    <a:pt x="56178" y="179775"/>
                    <a:pt x="45364" y="166624"/>
                    <a:pt x="38890" y="151073"/>
                  </a:cubicBezTo>
                  <a:cubicBezTo>
                    <a:pt x="32416" y="135522"/>
                    <a:pt x="30680" y="118589"/>
                    <a:pt x="33861" y="102022"/>
                  </a:cubicBezTo>
                  <a:cubicBezTo>
                    <a:pt x="37045" y="85490"/>
                    <a:pt x="44967" y="70412"/>
                    <a:pt x="56794" y="58385"/>
                  </a:cubicBezTo>
                  <a:cubicBezTo>
                    <a:pt x="68586" y="46396"/>
                    <a:pt x="83524" y="38221"/>
                    <a:pt x="99980" y="34807"/>
                  </a:cubicBezTo>
                  <a:cubicBezTo>
                    <a:pt x="105733" y="33607"/>
                    <a:pt x="111518" y="33026"/>
                    <a:pt x="117306" y="33026"/>
                  </a:cubicBezTo>
                  <a:cubicBezTo>
                    <a:pt x="128085" y="33026"/>
                    <a:pt x="138791" y="35096"/>
                    <a:pt x="148955" y="39167"/>
                  </a:cubicBezTo>
                  <a:cubicBezTo>
                    <a:pt x="164544" y="45450"/>
                    <a:pt x="177819" y="56096"/>
                    <a:pt x="187331" y="70012"/>
                  </a:cubicBezTo>
                  <a:cubicBezTo>
                    <a:pt x="196846" y="83893"/>
                    <a:pt x="201980" y="100168"/>
                    <a:pt x="202234" y="116992"/>
                  </a:cubicBezTo>
                  <a:lnTo>
                    <a:pt x="202199" y="116992"/>
                  </a:lnTo>
                  <a:close/>
                </a:path>
              </a:pathLst>
            </a:custGeom>
            <a:solidFill>
              <a:schemeClr val="dk1"/>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Poppins"/>
                <a:ea typeface="Poppins"/>
                <a:cs typeface="Poppins"/>
                <a:sym typeface="Poppins"/>
              </a:endParaRPr>
            </a:p>
          </p:txBody>
        </p:sp>
        <p:sp>
          <p:nvSpPr>
            <p:cNvPr id="113" name="Google Shape;113;p17"/>
            <p:cNvSpPr/>
            <p:nvPr/>
          </p:nvSpPr>
          <p:spPr>
            <a:xfrm>
              <a:off x="2449607" y="784450"/>
              <a:ext cx="152599" cy="226066"/>
            </a:xfrm>
            <a:custGeom>
              <a:avLst/>
              <a:gdLst/>
              <a:ahLst/>
              <a:cxnLst/>
              <a:rect l="l" t="t" r="r" b="b"/>
              <a:pathLst>
                <a:path w="152599" h="226066" extrusionOk="0">
                  <a:moveTo>
                    <a:pt x="31937" y="0"/>
                  </a:moveTo>
                  <a:lnTo>
                    <a:pt x="0" y="0"/>
                  </a:lnTo>
                  <a:lnTo>
                    <a:pt x="0" y="226066"/>
                  </a:lnTo>
                  <a:lnTo>
                    <a:pt x="152600" y="226066"/>
                  </a:lnTo>
                  <a:lnTo>
                    <a:pt x="152600" y="195945"/>
                  </a:lnTo>
                  <a:lnTo>
                    <a:pt x="31937" y="195945"/>
                  </a:lnTo>
                  <a:lnTo>
                    <a:pt x="31937" y="0"/>
                  </a:lnTo>
                  <a:close/>
                </a:path>
              </a:pathLst>
            </a:custGeom>
            <a:solidFill>
              <a:schemeClr val="dk1"/>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Poppins"/>
                <a:ea typeface="Poppins"/>
                <a:cs typeface="Poppins"/>
                <a:sym typeface="Poppins"/>
              </a:endParaRPr>
            </a:p>
          </p:txBody>
        </p:sp>
        <p:sp>
          <p:nvSpPr>
            <p:cNvPr id="114" name="Google Shape;114;p17"/>
            <p:cNvSpPr/>
            <p:nvPr/>
          </p:nvSpPr>
          <p:spPr>
            <a:xfrm>
              <a:off x="1353035" y="780633"/>
              <a:ext cx="224942" cy="234302"/>
            </a:xfrm>
            <a:custGeom>
              <a:avLst/>
              <a:gdLst/>
              <a:ahLst/>
              <a:cxnLst/>
              <a:rect l="l" t="t" r="r" b="b"/>
              <a:pathLst>
                <a:path w="224942" h="234302" extrusionOk="0">
                  <a:moveTo>
                    <a:pt x="116900" y="30401"/>
                  </a:moveTo>
                  <a:cubicBezTo>
                    <a:pt x="133864" y="29493"/>
                    <a:pt x="150685" y="34617"/>
                    <a:pt x="164284" y="44825"/>
                  </a:cubicBezTo>
                  <a:cubicBezTo>
                    <a:pt x="177886" y="55036"/>
                    <a:pt x="187506" y="69787"/>
                    <a:pt x="191411" y="86392"/>
                  </a:cubicBezTo>
                  <a:lnTo>
                    <a:pt x="191992" y="88935"/>
                  </a:lnTo>
                  <a:lnTo>
                    <a:pt x="224942" y="88935"/>
                  </a:lnTo>
                  <a:lnTo>
                    <a:pt x="224184" y="85011"/>
                  </a:lnTo>
                  <a:cubicBezTo>
                    <a:pt x="219335" y="60303"/>
                    <a:pt x="205807" y="38103"/>
                    <a:pt x="186058" y="22552"/>
                  </a:cubicBezTo>
                  <a:cubicBezTo>
                    <a:pt x="166310" y="6966"/>
                    <a:pt x="141605" y="-990"/>
                    <a:pt x="116719" y="99"/>
                  </a:cubicBezTo>
                  <a:cubicBezTo>
                    <a:pt x="85541" y="99"/>
                    <a:pt x="56245" y="12272"/>
                    <a:pt x="34179" y="34398"/>
                  </a:cubicBezTo>
                  <a:cubicBezTo>
                    <a:pt x="12116" y="56490"/>
                    <a:pt x="0" y="85919"/>
                    <a:pt x="0" y="117164"/>
                  </a:cubicBezTo>
                  <a:cubicBezTo>
                    <a:pt x="0" y="148412"/>
                    <a:pt x="12154" y="177841"/>
                    <a:pt x="34179" y="199933"/>
                  </a:cubicBezTo>
                  <a:cubicBezTo>
                    <a:pt x="56207" y="222022"/>
                    <a:pt x="85541" y="234230"/>
                    <a:pt x="116576" y="234230"/>
                  </a:cubicBezTo>
                  <a:cubicBezTo>
                    <a:pt x="118024" y="234303"/>
                    <a:pt x="119434" y="234303"/>
                    <a:pt x="120882" y="234303"/>
                  </a:cubicBezTo>
                  <a:cubicBezTo>
                    <a:pt x="144501" y="234303"/>
                    <a:pt x="167538" y="226311"/>
                    <a:pt x="186131" y="211560"/>
                  </a:cubicBezTo>
                  <a:cubicBezTo>
                    <a:pt x="205845" y="195936"/>
                    <a:pt x="219370" y="173663"/>
                    <a:pt x="224184" y="148920"/>
                  </a:cubicBezTo>
                  <a:lnTo>
                    <a:pt x="224942" y="144996"/>
                  </a:lnTo>
                  <a:lnTo>
                    <a:pt x="191992" y="144996"/>
                  </a:lnTo>
                  <a:lnTo>
                    <a:pt x="191376" y="147504"/>
                  </a:lnTo>
                  <a:cubicBezTo>
                    <a:pt x="187433" y="164072"/>
                    <a:pt x="177775" y="178823"/>
                    <a:pt x="164211" y="189068"/>
                  </a:cubicBezTo>
                  <a:cubicBezTo>
                    <a:pt x="150647" y="199314"/>
                    <a:pt x="133829" y="204512"/>
                    <a:pt x="116719" y="203711"/>
                  </a:cubicBezTo>
                  <a:cubicBezTo>
                    <a:pt x="93824" y="203457"/>
                    <a:pt x="72377" y="194301"/>
                    <a:pt x="56280" y="177988"/>
                  </a:cubicBezTo>
                  <a:cubicBezTo>
                    <a:pt x="40186" y="161674"/>
                    <a:pt x="31321" y="140018"/>
                    <a:pt x="31321" y="117091"/>
                  </a:cubicBezTo>
                  <a:cubicBezTo>
                    <a:pt x="31321" y="94168"/>
                    <a:pt x="40186" y="72511"/>
                    <a:pt x="56280" y="56163"/>
                  </a:cubicBezTo>
                  <a:cubicBezTo>
                    <a:pt x="72377" y="39850"/>
                    <a:pt x="93824" y="30693"/>
                    <a:pt x="116865" y="30439"/>
                  </a:cubicBezTo>
                  <a:lnTo>
                    <a:pt x="116900" y="30401"/>
                  </a:lnTo>
                  <a:close/>
                </a:path>
              </a:pathLst>
            </a:custGeom>
            <a:solidFill>
              <a:schemeClr val="dk1"/>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Poppins"/>
                <a:ea typeface="Poppins"/>
                <a:cs typeface="Poppins"/>
                <a:sym typeface="Poppins"/>
              </a:endParaRPr>
            </a:p>
          </p:txBody>
        </p:sp>
        <p:sp>
          <p:nvSpPr>
            <p:cNvPr id="115" name="Google Shape;115;p17"/>
            <p:cNvSpPr/>
            <p:nvPr/>
          </p:nvSpPr>
          <p:spPr>
            <a:xfrm>
              <a:off x="1933168" y="784450"/>
              <a:ext cx="193186" cy="226066"/>
            </a:xfrm>
            <a:custGeom>
              <a:avLst/>
              <a:gdLst/>
              <a:ahLst/>
              <a:cxnLst/>
              <a:rect l="l" t="t" r="r" b="b"/>
              <a:pathLst>
                <a:path w="193186" h="226066" extrusionOk="0">
                  <a:moveTo>
                    <a:pt x="161246" y="169313"/>
                  </a:moveTo>
                  <a:lnTo>
                    <a:pt x="25355" y="0"/>
                  </a:lnTo>
                  <a:lnTo>
                    <a:pt x="0" y="0"/>
                  </a:lnTo>
                  <a:lnTo>
                    <a:pt x="0" y="226066"/>
                  </a:lnTo>
                  <a:lnTo>
                    <a:pt x="31975" y="226066"/>
                  </a:lnTo>
                  <a:lnTo>
                    <a:pt x="31975" y="58969"/>
                  </a:lnTo>
                  <a:lnTo>
                    <a:pt x="167107" y="226066"/>
                  </a:lnTo>
                  <a:lnTo>
                    <a:pt x="193186" y="226066"/>
                  </a:lnTo>
                  <a:lnTo>
                    <a:pt x="193186" y="0"/>
                  </a:lnTo>
                  <a:lnTo>
                    <a:pt x="161246" y="0"/>
                  </a:lnTo>
                  <a:lnTo>
                    <a:pt x="161246" y="169313"/>
                  </a:lnTo>
                  <a:close/>
                </a:path>
              </a:pathLst>
            </a:custGeom>
            <a:solidFill>
              <a:schemeClr val="dk1"/>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Poppins"/>
                <a:ea typeface="Poppins"/>
                <a:cs typeface="Poppins"/>
                <a:sym typeface="Poppins"/>
              </a:endParaRPr>
            </a:p>
          </p:txBody>
        </p:sp>
        <p:sp>
          <p:nvSpPr>
            <p:cNvPr id="116" name="Google Shape;116;p17"/>
            <p:cNvSpPr/>
            <p:nvPr/>
          </p:nvSpPr>
          <p:spPr>
            <a:xfrm>
              <a:off x="2927162" y="784450"/>
              <a:ext cx="159728" cy="226066"/>
            </a:xfrm>
            <a:custGeom>
              <a:avLst/>
              <a:gdLst/>
              <a:ahLst/>
              <a:cxnLst/>
              <a:rect l="l" t="t" r="r" b="b"/>
              <a:pathLst>
                <a:path w="159728" h="226066" extrusionOk="0">
                  <a:moveTo>
                    <a:pt x="0" y="226066"/>
                  </a:moveTo>
                  <a:lnTo>
                    <a:pt x="159728" y="226066"/>
                  </a:lnTo>
                  <a:lnTo>
                    <a:pt x="159728" y="195945"/>
                  </a:lnTo>
                  <a:lnTo>
                    <a:pt x="32010" y="195945"/>
                  </a:lnTo>
                  <a:lnTo>
                    <a:pt x="32010" y="128946"/>
                  </a:lnTo>
                  <a:lnTo>
                    <a:pt x="146923" y="128946"/>
                  </a:lnTo>
                  <a:lnTo>
                    <a:pt x="146923" y="98825"/>
                  </a:lnTo>
                  <a:lnTo>
                    <a:pt x="32010" y="98825"/>
                  </a:lnTo>
                  <a:lnTo>
                    <a:pt x="32010" y="30156"/>
                  </a:lnTo>
                  <a:lnTo>
                    <a:pt x="159728" y="30156"/>
                  </a:lnTo>
                  <a:lnTo>
                    <a:pt x="159728" y="0"/>
                  </a:lnTo>
                  <a:lnTo>
                    <a:pt x="0" y="0"/>
                  </a:lnTo>
                  <a:lnTo>
                    <a:pt x="0" y="226066"/>
                  </a:lnTo>
                  <a:close/>
                </a:path>
              </a:pathLst>
            </a:custGeom>
            <a:solidFill>
              <a:schemeClr val="dk1"/>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Poppins"/>
                <a:ea typeface="Poppins"/>
                <a:cs typeface="Poppins"/>
                <a:sym typeface="Poppins"/>
              </a:endParaRPr>
            </a:p>
          </p:txBody>
        </p:sp>
        <p:sp>
          <p:nvSpPr>
            <p:cNvPr id="117" name="Google Shape;117;p17"/>
            <p:cNvSpPr/>
            <p:nvPr/>
          </p:nvSpPr>
          <p:spPr>
            <a:xfrm>
              <a:off x="3156407" y="784386"/>
              <a:ext cx="193154" cy="226028"/>
            </a:xfrm>
            <a:custGeom>
              <a:avLst/>
              <a:gdLst/>
              <a:ahLst/>
              <a:cxnLst/>
              <a:rect l="l" t="t" r="r" b="b"/>
              <a:pathLst>
                <a:path w="193154" h="226028" extrusionOk="0">
                  <a:moveTo>
                    <a:pt x="161246" y="169313"/>
                  </a:moveTo>
                  <a:lnTo>
                    <a:pt x="25514" y="0"/>
                  </a:lnTo>
                  <a:lnTo>
                    <a:pt x="0" y="0"/>
                  </a:lnTo>
                  <a:lnTo>
                    <a:pt x="0" y="226028"/>
                  </a:lnTo>
                  <a:lnTo>
                    <a:pt x="31960" y="226028"/>
                  </a:lnTo>
                  <a:lnTo>
                    <a:pt x="31960" y="58969"/>
                  </a:lnTo>
                  <a:lnTo>
                    <a:pt x="167119" y="226028"/>
                  </a:lnTo>
                  <a:lnTo>
                    <a:pt x="193154" y="226028"/>
                  </a:lnTo>
                  <a:lnTo>
                    <a:pt x="193154" y="0"/>
                  </a:lnTo>
                  <a:lnTo>
                    <a:pt x="161246" y="0"/>
                  </a:lnTo>
                  <a:lnTo>
                    <a:pt x="161246" y="169313"/>
                  </a:lnTo>
                  <a:close/>
                </a:path>
              </a:pathLst>
            </a:custGeom>
            <a:solidFill>
              <a:schemeClr val="dk1"/>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Poppins"/>
                <a:ea typeface="Poppins"/>
                <a:cs typeface="Poppins"/>
                <a:sym typeface="Poppins"/>
              </a:endParaRPr>
            </a:p>
          </p:txBody>
        </p:sp>
        <p:sp>
          <p:nvSpPr>
            <p:cNvPr id="118" name="Google Shape;118;p17"/>
            <p:cNvSpPr/>
            <p:nvPr/>
          </p:nvSpPr>
          <p:spPr>
            <a:xfrm>
              <a:off x="2211317" y="784450"/>
              <a:ext cx="156724" cy="226101"/>
            </a:xfrm>
            <a:custGeom>
              <a:avLst/>
              <a:gdLst/>
              <a:ahLst/>
              <a:cxnLst/>
              <a:rect l="l" t="t" r="r" b="b"/>
              <a:pathLst>
                <a:path w="156724" h="226101" extrusionOk="0">
                  <a:moveTo>
                    <a:pt x="0" y="226101"/>
                  </a:moveTo>
                  <a:lnTo>
                    <a:pt x="31975" y="226101"/>
                  </a:lnTo>
                  <a:lnTo>
                    <a:pt x="31975" y="134506"/>
                  </a:lnTo>
                  <a:lnTo>
                    <a:pt x="143342" y="134506"/>
                  </a:lnTo>
                  <a:lnTo>
                    <a:pt x="143342" y="104277"/>
                  </a:lnTo>
                  <a:lnTo>
                    <a:pt x="31975" y="104277"/>
                  </a:lnTo>
                  <a:lnTo>
                    <a:pt x="31975" y="30156"/>
                  </a:lnTo>
                  <a:lnTo>
                    <a:pt x="156724" y="30156"/>
                  </a:lnTo>
                  <a:lnTo>
                    <a:pt x="156724" y="0"/>
                  </a:lnTo>
                  <a:lnTo>
                    <a:pt x="0" y="0"/>
                  </a:lnTo>
                  <a:lnTo>
                    <a:pt x="0" y="226101"/>
                  </a:lnTo>
                  <a:close/>
                </a:path>
              </a:pathLst>
            </a:custGeom>
            <a:solidFill>
              <a:schemeClr val="dk1"/>
            </a:solidFill>
            <a:ln>
              <a:noFill/>
            </a:ln>
          </p:spPr>
          <p:txBody>
            <a:bodyPr spcFirstLastPara="1" wrap="square" lIns="123600" tIns="61775" rIns="123600" bIns="61775" anchor="ctr" anchorCtr="0">
              <a:noAutofit/>
            </a:bodyPr>
            <a:lstStyle/>
            <a:p>
              <a:pPr marL="0" marR="0" lvl="0" indent="0" algn="l" rtl="0">
                <a:spcBef>
                  <a:spcPts val="0"/>
                </a:spcBef>
                <a:spcAft>
                  <a:spcPts val="0"/>
                </a:spcAft>
                <a:buNone/>
              </a:pPr>
              <a:endParaRPr sz="2433">
                <a:solidFill>
                  <a:srgbClr val="000000"/>
                </a:solidFill>
                <a:latin typeface="Poppins"/>
                <a:ea typeface="Poppins"/>
                <a:cs typeface="Poppins"/>
                <a:sym typeface="Poppins"/>
              </a:endParaRPr>
            </a:p>
          </p:txBody>
        </p:sp>
      </p:grpSp>
      <p:sp>
        <p:nvSpPr>
          <p:cNvPr id="119" name="Google Shape;119;p17"/>
          <p:cNvSpPr txBox="1">
            <a:spLocks noGrp="1"/>
          </p:cNvSpPr>
          <p:nvPr>
            <p:ph type="title"/>
          </p:nvPr>
        </p:nvSpPr>
        <p:spPr>
          <a:xfrm>
            <a:off x="685800" y="4951002"/>
            <a:ext cx="10207200" cy="3865500"/>
          </a:xfrm>
          <a:prstGeom prst="rect">
            <a:avLst/>
          </a:prstGeom>
        </p:spPr>
        <p:txBody>
          <a:bodyPr spcFirstLastPara="1" wrap="square" lIns="0" tIns="0" rIns="0" bIns="0" anchor="b" anchorCtr="0">
            <a:noAutofit/>
          </a:bodyPr>
          <a:lstStyle>
            <a:lvl1pPr lvl="0">
              <a:lnSpc>
                <a:spcPct val="115000"/>
              </a:lnSpc>
              <a:spcBef>
                <a:spcPts val="0"/>
              </a:spcBef>
              <a:spcAft>
                <a:spcPts val="0"/>
              </a:spcAft>
              <a:buSzPts val="5600"/>
              <a:buFont typeface="Poppins Light"/>
              <a:buNone/>
              <a:defRPr sz="5600">
                <a:latin typeface="Poppins Light"/>
                <a:ea typeface="Poppins Light"/>
                <a:cs typeface="Poppins Light"/>
                <a:sym typeface="Poppins Light"/>
              </a:defRPr>
            </a:lvl1pPr>
            <a:lvl2pPr lvl="1">
              <a:lnSpc>
                <a:spcPct val="115000"/>
              </a:lnSpc>
              <a:spcBef>
                <a:spcPts val="0"/>
              </a:spcBef>
              <a:spcAft>
                <a:spcPts val="0"/>
              </a:spcAft>
              <a:buSzPts val="8000"/>
              <a:buFont typeface="Poppins SemiBold"/>
              <a:buNone/>
              <a:defRPr sz="8000" b="0">
                <a:latin typeface="Poppins SemiBold"/>
                <a:ea typeface="Poppins SemiBold"/>
                <a:cs typeface="Poppins SemiBold"/>
                <a:sym typeface="Poppins SemiBold"/>
              </a:defRPr>
            </a:lvl2pPr>
            <a:lvl3pPr lvl="2">
              <a:lnSpc>
                <a:spcPct val="115000"/>
              </a:lnSpc>
              <a:spcBef>
                <a:spcPts val="0"/>
              </a:spcBef>
              <a:spcAft>
                <a:spcPts val="0"/>
              </a:spcAft>
              <a:buSzPts val="8000"/>
              <a:buFont typeface="Poppins SemiBold"/>
              <a:buNone/>
              <a:defRPr sz="8000" b="0">
                <a:latin typeface="Poppins SemiBold"/>
                <a:ea typeface="Poppins SemiBold"/>
                <a:cs typeface="Poppins SemiBold"/>
                <a:sym typeface="Poppins SemiBold"/>
              </a:defRPr>
            </a:lvl3pPr>
            <a:lvl4pPr lvl="3">
              <a:lnSpc>
                <a:spcPct val="115000"/>
              </a:lnSpc>
              <a:spcBef>
                <a:spcPts val="0"/>
              </a:spcBef>
              <a:spcAft>
                <a:spcPts val="0"/>
              </a:spcAft>
              <a:buSzPts val="8000"/>
              <a:buFont typeface="Poppins SemiBold"/>
              <a:buNone/>
              <a:defRPr sz="8000" b="0">
                <a:latin typeface="Poppins SemiBold"/>
                <a:ea typeface="Poppins SemiBold"/>
                <a:cs typeface="Poppins SemiBold"/>
                <a:sym typeface="Poppins SemiBold"/>
              </a:defRPr>
            </a:lvl4pPr>
            <a:lvl5pPr lvl="4">
              <a:lnSpc>
                <a:spcPct val="115000"/>
              </a:lnSpc>
              <a:spcBef>
                <a:spcPts val="0"/>
              </a:spcBef>
              <a:spcAft>
                <a:spcPts val="0"/>
              </a:spcAft>
              <a:buSzPts val="8000"/>
              <a:buFont typeface="Poppins SemiBold"/>
              <a:buNone/>
              <a:defRPr sz="8000" b="0">
                <a:latin typeface="Poppins SemiBold"/>
                <a:ea typeface="Poppins SemiBold"/>
                <a:cs typeface="Poppins SemiBold"/>
                <a:sym typeface="Poppins SemiBold"/>
              </a:defRPr>
            </a:lvl5pPr>
            <a:lvl6pPr lvl="5">
              <a:lnSpc>
                <a:spcPct val="115000"/>
              </a:lnSpc>
              <a:spcBef>
                <a:spcPts val="0"/>
              </a:spcBef>
              <a:spcAft>
                <a:spcPts val="0"/>
              </a:spcAft>
              <a:buSzPts val="8000"/>
              <a:buFont typeface="Poppins SemiBold"/>
              <a:buNone/>
              <a:defRPr sz="8000" b="0">
                <a:latin typeface="Poppins SemiBold"/>
                <a:ea typeface="Poppins SemiBold"/>
                <a:cs typeface="Poppins SemiBold"/>
                <a:sym typeface="Poppins SemiBold"/>
              </a:defRPr>
            </a:lvl6pPr>
            <a:lvl7pPr lvl="6">
              <a:lnSpc>
                <a:spcPct val="115000"/>
              </a:lnSpc>
              <a:spcBef>
                <a:spcPts val="0"/>
              </a:spcBef>
              <a:spcAft>
                <a:spcPts val="0"/>
              </a:spcAft>
              <a:buSzPts val="8000"/>
              <a:buFont typeface="Poppins SemiBold"/>
              <a:buNone/>
              <a:defRPr sz="8000" b="0">
                <a:latin typeface="Poppins SemiBold"/>
                <a:ea typeface="Poppins SemiBold"/>
                <a:cs typeface="Poppins SemiBold"/>
                <a:sym typeface="Poppins SemiBold"/>
              </a:defRPr>
            </a:lvl7pPr>
            <a:lvl8pPr lvl="7">
              <a:lnSpc>
                <a:spcPct val="115000"/>
              </a:lnSpc>
              <a:spcBef>
                <a:spcPts val="0"/>
              </a:spcBef>
              <a:spcAft>
                <a:spcPts val="0"/>
              </a:spcAft>
              <a:buSzPts val="8000"/>
              <a:buFont typeface="Poppins SemiBold"/>
              <a:buNone/>
              <a:defRPr sz="8000" b="0">
                <a:latin typeface="Poppins SemiBold"/>
                <a:ea typeface="Poppins SemiBold"/>
                <a:cs typeface="Poppins SemiBold"/>
                <a:sym typeface="Poppins SemiBold"/>
              </a:defRPr>
            </a:lvl8pPr>
            <a:lvl9pPr lvl="8">
              <a:lnSpc>
                <a:spcPct val="115000"/>
              </a:lnSpc>
              <a:spcBef>
                <a:spcPts val="0"/>
              </a:spcBef>
              <a:spcAft>
                <a:spcPts val="0"/>
              </a:spcAft>
              <a:buSzPts val="8000"/>
              <a:buFont typeface="Poppins SemiBold"/>
              <a:buNone/>
              <a:defRPr sz="8000" b="0">
                <a:latin typeface="Poppins SemiBold"/>
                <a:ea typeface="Poppins SemiBold"/>
                <a:cs typeface="Poppins SemiBold"/>
                <a:sym typeface="Poppins SemiBold"/>
              </a:defRPr>
            </a:lvl9pPr>
          </a:lstStyle>
          <a:p>
            <a:endParaRPr/>
          </a:p>
        </p:txBody>
      </p:sp>
      <p:sp>
        <p:nvSpPr>
          <p:cNvPr id="120" name="Google Shape;120;p17"/>
          <p:cNvSpPr txBox="1">
            <a:spLocks noGrp="1"/>
          </p:cNvSpPr>
          <p:nvPr>
            <p:ph type="subTitle" idx="1"/>
          </p:nvPr>
        </p:nvSpPr>
        <p:spPr>
          <a:xfrm>
            <a:off x="685800" y="8947300"/>
            <a:ext cx="8224500" cy="6537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1"/>
              </a:buClr>
              <a:buSzPts val="1800"/>
              <a:buFont typeface="Poppins SemiBold"/>
              <a:buNone/>
              <a:defRPr sz="1800">
                <a:solidFill>
                  <a:schemeClr val="dk1"/>
                </a:solidFill>
                <a:latin typeface="Poppins SemiBold"/>
                <a:ea typeface="Poppins SemiBold"/>
                <a:cs typeface="Poppins SemiBold"/>
                <a:sym typeface="Poppins SemiBold"/>
              </a:defRPr>
            </a:lvl1pPr>
            <a:lvl2pPr lvl="1">
              <a:spcBef>
                <a:spcPts val="0"/>
              </a:spcBef>
              <a:spcAft>
                <a:spcPts val="0"/>
              </a:spcAft>
              <a:buClr>
                <a:schemeClr val="dk1"/>
              </a:buClr>
              <a:buSzPts val="1800"/>
              <a:buFont typeface="Poppins SemiBold"/>
              <a:buNone/>
              <a:defRPr sz="1800">
                <a:solidFill>
                  <a:schemeClr val="dk1"/>
                </a:solidFill>
                <a:latin typeface="Poppins SemiBold"/>
                <a:ea typeface="Poppins SemiBold"/>
                <a:cs typeface="Poppins SemiBold"/>
                <a:sym typeface="Poppins SemiBold"/>
              </a:defRPr>
            </a:lvl2pPr>
            <a:lvl3pPr lvl="2">
              <a:spcBef>
                <a:spcPts val="0"/>
              </a:spcBef>
              <a:spcAft>
                <a:spcPts val="0"/>
              </a:spcAft>
              <a:buClr>
                <a:schemeClr val="dk1"/>
              </a:buClr>
              <a:buSzPts val="1800"/>
              <a:buFont typeface="Poppins SemiBold"/>
              <a:buNone/>
              <a:defRPr sz="1800">
                <a:solidFill>
                  <a:schemeClr val="dk1"/>
                </a:solidFill>
                <a:latin typeface="Poppins SemiBold"/>
                <a:ea typeface="Poppins SemiBold"/>
                <a:cs typeface="Poppins SemiBold"/>
                <a:sym typeface="Poppins SemiBold"/>
              </a:defRPr>
            </a:lvl3pPr>
            <a:lvl4pPr lvl="3">
              <a:spcBef>
                <a:spcPts val="0"/>
              </a:spcBef>
              <a:spcAft>
                <a:spcPts val="0"/>
              </a:spcAft>
              <a:buClr>
                <a:schemeClr val="dk1"/>
              </a:buClr>
              <a:buSzPts val="1800"/>
              <a:buFont typeface="Poppins SemiBold"/>
              <a:buNone/>
              <a:defRPr sz="1800">
                <a:solidFill>
                  <a:schemeClr val="dk1"/>
                </a:solidFill>
                <a:latin typeface="Poppins SemiBold"/>
                <a:ea typeface="Poppins SemiBold"/>
                <a:cs typeface="Poppins SemiBold"/>
                <a:sym typeface="Poppins SemiBold"/>
              </a:defRPr>
            </a:lvl4pPr>
            <a:lvl5pPr lvl="4">
              <a:spcBef>
                <a:spcPts val="0"/>
              </a:spcBef>
              <a:spcAft>
                <a:spcPts val="0"/>
              </a:spcAft>
              <a:buClr>
                <a:schemeClr val="dk1"/>
              </a:buClr>
              <a:buSzPts val="1800"/>
              <a:buFont typeface="Poppins SemiBold"/>
              <a:buNone/>
              <a:defRPr sz="1800">
                <a:solidFill>
                  <a:schemeClr val="dk1"/>
                </a:solidFill>
                <a:latin typeface="Poppins SemiBold"/>
                <a:ea typeface="Poppins SemiBold"/>
                <a:cs typeface="Poppins SemiBold"/>
                <a:sym typeface="Poppins SemiBold"/>
              </a:defRPr>
            </a:lvl5pPr>
            <a:lvl6pPr lvl="5">
              <a:spcBef>
                <a:spcPts val="0"/>
              </a:spcBef>
              <a:spcAft>
                <a:spcPts val="0"/>
              </a:spcAft>
              <a:buClr>
                <a:schemeClr val="dk1"/>
              </a:buClr>
              <a:buSzPts val="1800"/>
              <a:buFont typeface="Poppins SemiBold"/>
              <a:buNone/>
              <a:defRPr sz="1800">
                <a:solidFill>
                  <a:schemeClr val="dk1"/>
                </a:solidFill>
                <a:latin typeface="Poppins SemiBold"/>
                <a:ea typeface="Poppins SemiBold"/>
                <a:cs typeface="Poppins SemiBold"/>
                <a:sym typeface="Poppins SemiBold"/>
              </a:defRPr>
            </a:lvl6pPr>
            <a:lvl7pPr lvl="6">
              <a:spcBef>
                <a:spcPts val="0"/>
              </a:spcBef>
              <a:spcAft>
                <a:spcPts val="0"/>
              </a:spcAft>
              <a:buClr>
                <a:schemeClr val="dk1"/>
              </a:buClr>
              <a:buSzPts val="1800"/>
              <a:buFont typeface="Poppins SemiBold"/>
              <a:buNone/>
              <a:defRPr sz="1800">
                <a:solidFill>
                  <a:schemeClr val="dk1"/>
                </a:solidFill>
                <a:latin typeface="Poppins SemiBold"/>
                <a:ea typeface="Poppins SemiBold"/>
                <a:cs typeface="Poppins SemiBold"/>
                <a:sym typeface="Poppins SemiBold"/>
              </a:defRPr>
            </a:lvl7pPr>
            <a:lvl8pPr lvl="7">
              <a:spcBef>
                <a:spcPts val="0"/>
              </a:spcBef>
              <a:spcAft>
                <a:spcPts val="0"/>
              </a:spcAft>
              <a:buClr>
                <a:schemeClr val="dk1"/>
              </a:buClr>
              <a:buSzPts val="1800"/>
              <a:buFont typeface="Poppins SemiBold"/>
              <a:buNone/>
              <a:defRPr sz="1800">
                <a:solidFill>
                  <a:schemeClr val="dk1"/>
                </a:solidFill>
                <a:latin typeface="Poppins SemiBold"/>
                <a:ea typeface="Poppins SemiBold"/>
                <a:cs typeface="Poppins SemiBold"/>
                <a:sym typeface="Poppins SemiBold"/>
              </a:defRPr>
            </a:lvl8pPr>
            <a:lvl9pPr lvl="8">
              <a:spcBef>
                <a:spcPts val="0"/>
              </a:spcBef>
              <a:spcAft>
                <a:spcPts val="0"/>
              </a:spcAft>
              <a:buClr>
                <a:schemeClr val="dk1"/>
              </a:buClr>
              <a:buSzPts val="1800"/>
              <a:buFont typeface="Poppins SemiBold"/>
              <a:buNone/>
              <a:defRPr sz="18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with headline and subhead - Dark">
  <p:cSld name="Breaker_Denim_1_1_1_2_2_1_1_1_2_2">
    <p:bg>
      <p:bgPr>
        <a:solidFill>
          <a:schemeClr val="dk1"/>
        </a:solidFill>
        <a:effectLst/>
      </p:bgPr>
    </p:bg>
    <p:spTree>
      <p:nvGrpSpPr>
        <p:cNvPr id="1" name="Shape 121"/>
        <p:cNvGrpSpPr/>
        <p:nvPr/>
      </p:nvGrpSpPr>
      <p:grpSpPr>
        <a:xfrm>
          <a:off x="0" y="0"/>
          <a:ext cx="0" cy="0"/>
          <a:chOff x="0" y="0"/>
          <a:chExt cx="0" cy="0"/>
        </a:xfrm>
      </p:grpSpPr>
      <p:sp>
        <p:nvSpPr>
          <p:cNvPr id="122" name="Google Shape;122;p18"/>
          <p:cNvSpPr txBox="1">
            <a:spLocks noGrp="1"/>
          </p:cNvSpPr>
          <p:nvPr>
            <p:ph type="title"/>
          </p:nvPr>
        </p:nvSpPr>
        <p:spPr>
          <a:xfrm>
            <a:off x="685800" y="4951002"/>
            <a:ext cx="10207200" cy="3865500"/>
          </a:xfrm>
          <a:prstGeom prst="rect">
            <a:avLst/>
          </a:prstGeom>
        </p:spPr>
        <p:txBody>
          <a:bodyPr spcFirstLastPara="1" wrap="square" lIns="0" tIns="0" rIns="0" bIns="0" anchor="b" anchorCtr="0">
            <a:noAutofit/>
          </a:bodyPr>
          <a:lstStyle>
            <a:lvl1pPr lvl="0">
              <a:lnSpc>
                <a:spcPct val="115000"/>
              </a:lnSpc>
              <a:spcBef>
                <a:spcPts val="0"/>
              </a:spcBef>
              <a:spcAft>
                <a:spcPts val="0"/>
              </a:spcAft>
              <a:buClr>
                <a:schemeClr val="lt1"/>
              </a:buClr>
              <a:buSzPts val="5600"/>
              <a:buFont typeface="Poppins Light"/>
              <a:buNone/>
              <a:defRPr sz="5600">
                <a:solidFill>
                  <a:schemeClr val="lt1"/>
                </a:solidFill>
                <a:latin typeface="Poppins Light"/>
                <a:ea typeface="Poppins Light"/>
                <a:cs typeface="Poppins Light"/>
                <a:sym typeface="Poppins Light"/>
              </a:defRPr>
            </a:lvl1pPr>
            <a:lvl2pPr lvl="1">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2pPr>
            <a:lvl3pPr lvl="2">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3pPr>
            <a:lvl4pPr lvl="3">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4pPr>
            <a:lvl5pPr lvl="4">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5pPr>
            <a:lvl6pPr lvl="5">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6pPr>
            <a:lvl7pPr lvl="6">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7pPr>
            <a:lvl8pPr lvl="7">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8pPr>
            <a:lvl9pPr lvl="8">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9pPr>
          </a:lstStyle>
          <a:p>
            <a:endParaRPr/>
          </a:p>
        </p:txBody>
      </p:sp>
      <p:sp>
        <p:nvSpPr>
          <p:cNvPr id="123" name="Google Shape;123;p18"/>
          <p:cNvSpPr txBox="1">
            <a:spLocks noGrp="1"/>
          </p:cNvSpPr>
          <p:nvPr>
            <p:ph type="subTitle" idx="1"/>
          </p:nvPr>
        </p:nvSpPr>
        <p:spPr>
          <a:xfrm>
            <a:off x="685800" y="8947300"/>
            <a:ext cx="8224500" cy="6537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9pPr>
          </a:lstStyle>
          <a:p>
            <a:endParaRPr/>
          </a:p>
        </p:txBody>
      </p:sp>
      <p:sp>
        <p:nvSpPr>
          <p:cNvPr id="124" name="Google Shape;124;p18"/>
          <p:cNvSpPr txBox="1">
            <a:spLocks noGrp="1"/>
          </p:cNvSpPr>
          <p:nvPr>
            <p:ph type="sldNum" idx="12"/>
          </p:nvPr>
        </p:nvSpPr>
        <p:spPr>
          <a:xfrm>
            <a:off x="16514400" y="345450"/>
            <a:ext cx="1097400" cy="284700"/>
          </a:xfrm>
          <a:prstGeom prst="rect">
            <a:avLst/>
          </a:prstGeom>
          <a:noFill/>
          <a:ln>
            <a:noFill/>
          </a:ln>
        </p:spPr>
        <p:txBody>
          <a:bodyPr spcFirstLastPara="1" wrap="square" lIns="0" tIns="0" rIns="0" bIns="0" anchor="ctr" anchorCtr="0">
            <a:noAutofit/>
          </a:bodyPr>
          <a:lstStyle>
            <a:lvl1pPr lvl="0" algn="r">
              <a:buNone/>
              <a:defRPr sz="1200">
                <a:solidFill>
                  <a:schemeClr val="lt1"/>
                </a:solidFill>
                <a:latin typeface="Poppins Light"/>
                <a:ea typeface="Poppins Light"/>
                <a:cs typeface="Poppins Light"/>
                <a:sym typeface="Poppins Light"/>
              </a:defRPr>
            </a:lvl1pPr>
            <a:lvl2pPr lvl="1" algn="r">
              <a:buNone/>
              <a:defRPr sz="1200">
                <a:solidFill>
                  <a:schemeClr val="lt1"/>
                </a:solidFill>
                <a:latin typeface="Poppins Light"/>
                <a:ea typeface="Poppins Light"/>
                <a:cs typeface="Poppins Light"/>
                <a:sym typeface="Poppins Light"/>
              </a:defRPr>
            </a:lvl2pPr>
            <a:lvl3pPr lvl="2" algn="r">
              <a:buNone/>
              <a:defRPr sz="1200">
                <a:solidFill>
                  <a:schemeClr val="lt1"/>
                </a:solidFill>
                <a:latin typeface="Poppins Light"/>
                <a:ea typeface="Poppins Light"/>
                <a:cs typeface="Poppins Light"/>
                <a:sym typeface="Poppins Light"/>
              </a:defRPr>
            </a:lvl3pPr>
            <a:lvl4pPr lvl="3" algn="r">
              <a:buNone/>
              <a:defRPr sz="1200">
                <a:solidFill>
                  <a:schemeClr val="lt1"/>
                </a:solidFill>
                <a:latin typeface="Poppins Light"/>
                <a:ea typeface="Poppins Light"/>
                <a:cs typeface="Poppins Light"/>
                <a:sym typeface="Poppins Light"/>
              </a:defRPr>
            </a:lvl4pPr>
            <a:lvl5pPr lvl="4" algn="r">
              <a:buNone/>
              <a:defRPr sz="1200">
                <a:solidFill>
                  <a:schemeClr val="lt1"/>
                </a:solidFill>
                <a:latin typeface="Poppins Light"/>
                <a:ea typeface="Poppins Light"/>
                <a:cs typeface="Poppins Light"/>
                <a:sym typeface="Poppins Light"/>
              </a:defRPr>
            </a:lvl5pPr>
            <a:lvl6pPr lvl="5" algn="r">
              <a:buNone/>
              <a:defRPr sz="1200">
                <a:solidFill>
                  <a:schemeClr val="lt1"/>
                </a:solidFill>
                <a:latin typeface="Poppins Light"/>
                <a:ea typeface="Poppins Light"/>
                <a:cs typeface="Poppins Light"/>
                <a:sym typeface="Poppins Light"/>
              </a:defRPr>
            </a:lvl6pPr>
            <a:lvl7pPr lvl="6" algn="r">
              <a:buNone/>
              <a:defRPr sz="1200">
                <a:solidFill>
                  <a:schemeClr val="lt1"/>
                </a:solidFill>
                <a:latin typeface="Poppins Light"/>
                <a:ea typeface="Poppins Light"/>
                <a:cs typeface="Poppins Light"/>
                <a:sym typeface="Poppins Light"/>
              </a:defRPr>
            </a:lvl7pPr>
            <a:lvl8pPr lvl="7" algn="r">
              <a:buNone/>
              <a:defRPr sz="1200">
                <a:solidFill>
                  <a:schemeClr val="lt1"/>
                </a:solidFill>
                <a:latin typeface="Poppins Light"/>
                <a:ea typeface="Poppins Light"/>
                <a:cs typeface="Poppins Light"/>
                <a:sym typeface="Poppins Light"/>
              </a:defRPr>
            </a:lvl8pPr>
            <a:lvl9pPr lvl="8" algn="r">
              <a:buNone/>
              <a:defRPr sz="1200">
                <a:solidFill>
                  <a:schemeClr val="lt1"/>
                </a:solidFill>
                <a:latin typeface="Poppins Light"/>
                <a:ea typeface="Poppins Light"/>
                <a:cs typeface="Poppins Light"/>
                <a:sym typeface="Poppins Light"/>
              </a:defRPr>
            </a:lvl9pPr>
          </a:lstStyle>
          <a:p>
            <a:pPr marL="0" lvl="0" indent="0" algn="r" rtl="0">
              <a:spcBef>
                <a:spcPts val="0"/>
              </a:spcBef>
              <a:spcAft>
                <a:spcPts val="0"/>
              </a:spcAft>
              <a:buNone/>
            </a:pPr>
            <a:fld id="{00000000-1234-1234-1234-123412341234}" type="slidenum">
              <a:rPr lang="en-US"/>
              <a:t>‹N°›</a:t>
            </a:fld>
            <a:endParaRPr/>
          </a:p>
        </p:txBody>
      </p:sp>
      <p:sp>
        <p:nvSpPr>
          <p:cNvPr id="125" name="Google Shape;125;p18"/>
          <p:cNvSpPr txBox="1">
            <a:spLocks noGrp="1"/>
          </p:cNvSpPr>
          <p:nvPr>
            <p:ph type="subTitle" idx="2"/>
          </p:nvPr>
        </p:nvSpPr>
        <p:spPr>
          <a:xfrm>
            <a:off x="12187250" y="345450"/>
            <a:ext cx="4929300" cy="284700"/>
          </a:xfrm>
          <a:prstGeom prst="rect">
            <a:avLst/>
          </a:prstGeom>
          <a:noFill/>
          <a:ln>
            <a:noFill/>
          </a:ln>
        </p:spPr>
        <p:txBody>
          <a:bodyPr spcFirstLastPara="1" wrap="square" lIns="0" tIns="0" rIns="0" bIns="0" anchor="ctr" anchorCtr="0">
            <a:noAutofit/>
          </a:bodyPr>
          <a:lstStyle>
            <a:lvl1pPr lvl="0" algn="r">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1pPr>
            <a:lvl2pPr lvl="1">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2pPr>
            <a:lvl3pPr lvl="2">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3pPr>
            <a:lvl4pPr lvl="3">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4pPr>
            <a:lvl5pPr lvl="4">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5pPr>
            <a:lvl6pPr lvl="5">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6pPr>
            <a:lvl7pPr lvl="6">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7pPr>
            <a:lvl8pPr lvl="7">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8pPr>
            <a:lvl9pPr lvl="8">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9pPr>
          </a:lstStyle>
          <a:p>
            <a:endParaRPr/>
          </a:p>
        </p:txBody>
      </p:sp>
      <p:sp>
        <p:nvSpPr>
          <p:cNvPr id="126" name="Google Shape;126;p18"/>
          <p:cNvSpPr/>
          <p:nvPr/>
        </p:nvSpPr>
        <p:spPr>
          <a:xfrm>
            <a:off x="685792" y="345496"/>
            <a:ext cx="285800" cy="284620"/>
          </a:xfrm>
          <a:custGeom>
            <a:avLst/>
            <a:gdLst/>
            <a:ahLst/>
            <a:cxnLst/>
            <a:rect l="l" t="t" r="r" b="b"/>
            <a:pathLst>
              <a:path w="631602" h="628994" extrusionOk="0">
                <a:moveTo>
                  <a:pt x="307919" y="123061"/>
                </a:moveTo>
                <a:lnTo>
                  <a:pt x="323948" y="123061"/>
                </a:lnTo>
                <a:lnTo>
                  <a:pt x="324034" y="124369"/>
                </a:lnTo>
                <a:cubicBezTo>
                  <a:pt x="324738" y="134737"/>
                  <a:pt x="325213" y="145237"/>
                  <a:pt x="325698" y="155955"/>
                </a:cubicBezTo>
                <a:cubicBezTo>
                  <a:pt x="325917" y="161270"/>
                  <a:pt x="326174" y="166586"/>
                  <a:pt x="326440" y="171902"/>
                </a:cubicBezTo>
                <a:lnTo>
                  <a:pt x="327753" y="219435"/>
                </a:lnTo>
                <a:cubicBezTo>
                  <a:pt x="328581" y="248407"/>
                  <a:pt x="328714" y="277163"/>
                  <a:pt x="328714" y="301648"/>
                </a:cubicBezTo>
                <a:cubicBezTo>
                  <a:pt x="361866" y="301866"/>
                  <a:pt x="387379" y="302258"/>
                  <a:pt x="411265" y="302955"/>
                </a:cubicBezTo>
                <a:lnTo>
                  <a:pt x="459276" y="304262"/>
                </a:lnTo>
                <a:cubicBezTo>
                  <a:pt x="464651" y="304524"/>
                  <a:pt x="469978" y="304785"/>
                  <a:pt x="475305" y="305002"/>
                </a:cubicBezTo>
                <a:lnTo>
                  <a:pt x="475572" y="304915"/>
                </a:lnTo>
                <a:cubicBezTo>
                  <a:pt x="485703" y="305307"/>
                  <a:pt x="496490" y="305787"/>
                  <a:pt x="507287" y="306571"/>
                </a:cubicBezTo>
                <a:lnTo>
                  <a:pt x="508590" y="306658"/>
                </a:lnTo>
                <a:lnTo>
                  <a:pt x="508590" y="321515"/>
                </a:lnTo>
                <a:lnTo>
                  <a:pt x="507287" y="321602"/>
                </a:lnTo>
                <a:cubicBezTo>
                  <a:pt x="496842" y="322343"/>
                  <a:pt x="486321" y="322823"/>
                  <a:pt x="475572" y="323301"/>
                </a:cubicBezTo>
                <a:lnTo>
                  <a:pt x="474915" y="323301"/>
                </a:lnTo>
                <a:cubicBezTo>
                  <a:pt x="469807" y="323519"/>
                  <a:pt x="464689" y="323737"/>
                  <a:pt x="459581" y="323999"/>
                </a:cubicBezTo>
                <a:lnTo>
                  <a:pt x="411884" y="325480"/>
                </a:lnTo>
                <a:cubicBezTo>
                  <a:pt x="400744" y="325915"/>
                  <a:pt x="389386" y="326090"/>
                  <a:pt x="378247" y="326220"/>
                </a:cubicBezTo>
                <a:cubicBezTo>
                  <a:pt x="389776" y="331144"/>
                  <a:pt x="399650" y="335457"/>
                  <a:pt x="409002" y="339683"/>
                </a:cubicBezTo>
                <a:lnTo>
                  <a:pt x="452332" y="359071"/>
                </a:lnTo>
                <a:cubicBezTo>
                  <a:pt x="457136" y="361380"/>
                  <a:pt x="461940" y="363646"/>
                  <a:pt x="466744" y="365824"/>
                </a:cubicBezTo>
                <a:lnTo>
                  <a:pt x="468009" y="366434"/>
                </a:lnTo>
                <a:cubicBezTo>
                  <a:pt x="477056" y="370661"/>
                  <a:pt x="486407" y="375017"/>
                  <a:pt x="495491" y="379591"/>
                </a:cubicBezTo>
                <a:lnTo>
                  <a:pt x="496671" y="380201"/>
                </a:lnTo>
                <a:lnTo>
                  <a:pt x="490906" y="393838"/>
                </a:lnTo>
                <a:lnTo>
                  <a:pt x="489679" y="393447"/>
                </a:lnTo>
                <a:cubicBezTo>
                  <a:pt x="480461" y="390441"/>
                  <a:pt x="471681" y="387304"/>
                  <a:pt x="461198" y="383513"/>
                </a:cubicBezTo>
                <a:cubicBezTo>
                  <a:pt x="455738" y="381552"/>
                  <a:pt x="450192" y="379548"/>
                  <a:pt x="444646" y="377632"/>
                </a:cubicBezTo>
                <a:lnTo>
                  <a:pt x="400002" y="360857"/>
                </a:lnTo>
                <a:cubicBezTo>
                  <a:pt x="392050" y="357851"/>
                  <a:pt x="384145" y="354758"/>
                  <a:pt x="376240" y="351621"/>
                </a:cubicBezTo>
                <a:cubicBezTo>
                  <a:pt x="373662" y="350619"/>
                  <a:pt x="371084" y="349573"/>
                  <a:pt x="368506" y="348571"/>
                </a:cubicBezTo>
                <a:lnTo>
                  <a:pt x="370998" y="351142"/>
                </a:lnTo>
                <a:cubicBezTo>
                  <a:pt x="377372" y="357720"/>
                  <a:pt x="384801" y="365344"/>
                  <a:pt x="391879" y="372882"/>
                </a:cubicBezTo>
                <a:lnTo>
                  <a:pt x="424545" y="407562"/>
                </a:lnTo>
                <a:cubicBezTo>
                  <a:pt x="427608" y="410961"/>
                  <a:pt x="430662" y="414316"/>
                  <a:pt x="433725" y="417627"/>
                </a:cubicBezTo>
                <a:lnTo>
                  <a:pt x="434772" y="418803"/>
                </a:lnTo>
                <a:cubicBezTo>
                  <a:pt x="441887" y="426602"/>
                  <a:pt x="449269" y="434706"/>
                  <a:pt x="456394" y="442897"/>
                </a:cubicBezTo>
                <a:lnTo>
                  <a:pt x="457269" y="443899"/>
                </a:lnTo>
                <a:lnTo>
                  <a:pt x="446739" y="454355"/>
                </a:lnTo>
                <a:lnTo>
                  <a:pt x="445740" y="453527"/>
                </a:lnTo>
                <a:cubicBezTo>
                  <a:pt x="436864" y="445946"/>
                  <a:pt x="428179" y="438104"/>
                  <a:pt x="420835" y="431395"/>
                </a:cubicBezTo>
                <a:cubicBezTo>
                  <a:pt x="417297" y="428171"/>
                  <a:pt x="413758" y="424947"/>
                  <a:pt x="410219" y="421766"/>
                </a:cubicBezTo>
                <a:lnTo>
                  <a:pt x="375364" y="389220"/>
                </a:lnTo>
                <a:cubicBezTo>
                  <a:pt x="368116" y="382467"/>
                  <a:pt x="360819" y="375453"/>
                  <a:pt x="353780" y="368656"/>
                </a:cubicBezTo>
                <a:lnTo>
                  <a:pt x="351116" y="366086"/>
                </a:lnTo>
                <a:cubicBezTo>
                  <a:pt x="355007" y="375714"/>
                  <a:pt x="359022" y="385996"/>
                  <a:pt x="363302" y="397324"/>
                </a:cubicBezTo>
                <a:lnTo>
                  <a:pt x="380121" y="441721"/>
                </a:lnTo>
                <a:cubicBezTo>
                  <a:pt x="381652" y="446165"/>
                  <a:pt x="383222" y="450565"/>
                  <a:pt x="384801" y="454922"/>
                </a:cubicBezTo>
                <a:lnTo>
                  <a:pt x="386856" y="460716"/>
                </a:lnTo>
                <a:cubicBezTo>
                  <a:pt x="389862" y="469169"/>
                  <a:pt x="393011" y="477969"/>
                  <a:pt x="395941" y="486683"/>
                </a:cubicBezTo>
                <a:lnTo>
                  <a:pt x="396378" y="487946"/>
                </a:lnTo>
                <a:lnTo>
                  <a:pt x="382661" y="493698"/>
                </a:lnTo>
                <a:lnTo>
                  <a:pt x="382042" y="492521"/>
                </a:lnTo>
                <a:cubicBezTo>
                  <a:pt x="377419" y="483416"/>
                  <a:pt x="373043" y="474179"/>
                  <a:pt x="368239" y="463897"/>
                </a:cubicBezTo>
                <a:cubicBezTo>
                  <a:pt x="366013" y="459104"/>
                  <a:pt x="363740" y="454312"/>
                  <a:pt x="361476" y="449563"/>
                </a:cubicBezTo>
                <a:lnTo>
                  <a:pt x="341861" y="406256"/>
                </a:lnTo>
                <a:cubicBezTo>
                  <a:pt x="337447" y="396540"/>
                  <a:pt x="333299" y="386912"/>
                  <a:pt x="329237" y="377632"/>
                </a:cubicBezTo>
                <a:lnTo>
                  <a:pt x="328362" y="375584"/>
                </a:lnTo>
                <a:cubicBezTo>
                  <a:pt x="328181" y="386824"/>
                  <a:pt x="328010" y="398108"/>
                  <a:pt x="327620" y="409131"/>
                </a:cubicBezTo>
                <a:lnTo>
                  <a:pt x="326136" y="456621"/>
                </a:lnTo>
                <a:cubicBezTo>
                  <a:pt x="325870" y="461936"/>
                  <a:pt x="325613" y="467251"/>
                  <a:pt x="325394" y="472566"/>
                </a:cubicBezTo>
                <a:cubicBezTo>
                  <a:pt x="324956" y="483198"/>
                  <a:pt x="324519" y="493611"/>
                  <a:pt x="323729" y="504154"/>
                </a:cubicBezTo>
                <a:lnTo>
                  <a:pt x="323644" y="505461"/>
                </a:lnTo>
                <a:lnTo>
                  <a:pt x="308747" y="505461"/>
                </a:lnTo>
                <a:lnTo>
                  <a:pt x="308661" y="504154"/>
                </a:lnTo>
                <a:cubicBezTo>
                  <a:pt x="307957" y="493959"/>
                  <a:pt x="307481" y="483807"/>
                  <a:pt x="306996" y="472566"/>
                </a:cubicBezTo>
                <a:cubicBezTo>
                  <a:pt x="306778" y="467251"/>
                  <a:pt x="306521" y="461936"/>
                  <a:pt x="306254" y="456621"/>
                </a:cubicBezTo>
                <a:lnTo>
                  <a:pt x="304770" y="409088"/>
                </a:lnTo>
                <a:cubicBezTo>
                  <a:pt x="303810" y="381684"/>
                  <a:pt x="303638" y="353799"/>
                  <a:pt x="303458" y="326830"/>
                </a:cubicBezTo>
                <a:lnTo>
                  <a:pt x="290920" y="326830"/>
                </a:lnTo>
                <a:cubicBezTo>
                  <a:pt x="267947" y="326700"/>
                  <a:pt x="244231" y="326613"/>
                  <a:pt x="220944" y="325915"/>
                </a:cubicBezTo>
                <a:lnTo>
                  <a:pt x="173247" y="324609"/>
                </a:lnTo>
                <a:cubicBezTo>
                  <a:pt x="167873" y="324347"/>
                  <a:pt x="162545" y="324086"/>
                  <a:pt x="157209" y="323868"/>
                </a:cubicBezTo>
                <a:cubicBezTo>
                  <a:pt x="147030" y="323432"/>
                  <a:pt x="136157" y="322996"/>
                  <a:pt x="125503" y="322212"/>
                </a:cubicBezTo>
                <a:lnTo>
                  <a:pt x="124190" y="322125"/>
                </a:lnTo>
                <a:lnTo>
                  <a:pt x="124190" y="306092"/>
                </a:lnTo>
                <a:lnTo>
                  <a:pt x="125503" y="306005"/>
                </a:lnTo>
                <a:cubicBezTo>
                  <a:pt x="135853" y="305307"/>
                  <a:pt x="145984" y="304829"/>
                  <a:pt x="157209" y="304349"/>
                </a:cubicBezTo>
                <a:cubicBezTo>
                  <a:pt x="162545" y="304131"/>
                  <a:pt x="167873" y="303870"/>
                  <a:pt x="173200" y="303609"/>
                </a:cubicBezTo>
                <a:lnTo>
                  <a:pt x="220944" y="302301"/>
                </a:lnTo>
                <a:cubicBezTo>
                  <a:pt x="231779" y="302040"/>
                  <a:pt x="242738" y="301866"/>
                  <a:pt x="253620" y="301735"/>
                </a:cubicBezTo>
                <a:lnTo>
                  <a:pt x="249206" y="299862"/>
                </a:lnTo>
                <a:cubicBezTo>
                  <a:pt x="241035" y="296376"/>
                  <a:pt x="232350" y="292673"/>
                  <a:pt x="223655" y="288752"/>
                </a:cubicBezTo>
                <a:lnTo>
                  <a:pt x="175559" y="267273"/>
                </a:lnTo>
                <a:cubicBezTo>
                  <a:pt x="171754" y="265530"/>
                  <a:pt x="167958" y="263744"/>
                  <a:pt x="164153" y="262001"/>
                </a:cubicBezTo>
                <a:lnTo>
                  <a:pt x="162764" y="261348"/>
                </a:lnTo>
                <a:cubicBezTo>
                  <a:pt x="154241" y="257426"/>
                  <a:pt x="145422" y="253374"/>
                  <a:pt x="136899" y="249060"/>
                </a:cubicBezTo>
                <a:lnTo>
                  <a:pt x="135719" y="248451"/>
                </a:lnTo>
                <a:lnTo>
                  <a:pt x="141969" y="233638"/>
                </a:lnTo>
                <a:lnTo>
                  <a:pt x="143234" y="234073"/>
                </a:lnTo>
                <a:cubicBezTo>
                  <a:pt x="153889" y="237646"/>
                  <a:pt x="164638" y="241524"/>
                  <a:pt x="175036" y="245270"/>
                </a:cubicBezTo>
                <a:lnTo>
                  <a:pt x="188182" y="250020"/>
                </a:lnTo>
                <a:lnTo>
                  <a:pt x="232873" y="266836"/>
                </a:lnTo>
                <a:cubicBezTo>
                  <a:pt x="242091" y="270410"/>
                  <a:pt x="251261" y="274069"/>
                  <a:pt x="260431" y="277729"/>
                </a:cubicBezTo>
                <a:lnTo>
                  <a:pt x="262971" y="278731"/>
                </a:lnTo>
                <a:cubicBezTo>
                  <a:pt x="256331" y="272109"/>
                  <a:pt x="249206" y="264745"/>
                  <a:pt x="240474" y="255596"/>
                </a:cubicBezTo>
                <a:lnTo>
                  <a:pt x="207626" y="221090"/>
                </a:lnTo>
                <a:cubicBezTo>
                  <a:pt x="203165" y="216123"/>
                  <a:pt x="198713" y="211244"/>
                  <a:pt x="194251" y="206407"/>
                </a:cubicBezTo>
                <a:cubicBezTo>
                  <a:pt x="187526" y="199088"/>
                  <a:pt x="181457" y="192509"/>
                  <a:pt x="175559" y="185712"/>
                </a:cubicBezTo>
                <a:lnTo>
                  <a:pt x="174684" y="184711"/>
                </a:lnTo>
                <a:lnTo>
                  <a:pt x="186042" y="173426"/>
                </a:lnTo>
                <a:lnTo>
                  <a:pt x="187050" y="174298"/>
                </a:lnTo>
                <a:cubicBezTo>
                  <a:pt x="194736" y="180920"/>
                  <a:pt x="201985" y="187499"/>
                  <a:pt x="210680" y="195428"/>
                </a:cubicBezTo>
                <a:cubicBezTo>
                  <a:pt x="214609" y="199045"/>
                  <a:pt x="218547" y="202617"/>
                  <a:pt x="222514" y="206189"/>
                </a:cubicBezTo>
                <a:lnTo>
                  <a:pt x="257159" y="238910"/>
                </a:lnTo>
                <a:cubicBezTo>
                  <a:pt x="261525" y="243179"/>
                  <a:pt x="265939" y="247449"/>
                  <a:pt x="270306" y="251675"/>
                </a:cubicBezTo>
                <a:cubicBezTo>
                  <a:pt x="273711" y="254943"/>
                  <a:pt x="277117" y="258254"/>
                  <a:pt x="280484" y="261521"/>
                </a:cubicBezTo>
                <a:cubicBezTo>
                  <a:pt x="275937" y="250368"/>
                  <a:pt x="272094" y="240653"/>
                  <a:pt x="268470" y="231372"/>
                </a:cubicBezTo>
                <a:lnTo>
                  <a:pt x="251480" y="186976"/>
                </a:lnTo>
                <a:cubicBezTo>
                  <a:pt x="249910" y="182619"/>
                  <a:pt x="248331" y="178306"/>
                  <a:pt x="246762" y="174036"/>
                </a:cubicBezTo>
                <a:lnTo>
                  <a:pt x="246590" y="173513"/>
                </a:lnTo>
                <a:cubicBezTo>
                  <a:pt x="242871" y="163275"/>
                  <a:pt x="238990" y="152688"/>
                  <a:pt x="235451" y="142188"/>
                </a:cubicBezTo>
                <a:lnTo>
                  <a:pt x="235013" y="140924"/>
                </a:lnTo>
                <a:lnTo>
                  <a:pt x="249910" y="134694"/>
                </a:lnTo>
                <a:lnTo>
                  <a:pt x="250472" y="135914"/>
                </a:lnTo>
                <a:cubicBezTo>
                  <a:pt x="255104" y="145455"/>
                  <a:pt x="259651" y="155040"/>
                  <a:pt x="263057" y="162360"/>
                </a:cubicBezTo>
                <a:lnTo>
                  <a:pt x="265939" y="168503"/>
                </a:lnTo>
                <a:cubicBezTo>
                  <a:pt x="267595" y="171945"/>
                  <a:pt x="269212" y="175430"/>
                  <a:pt x="270876" y="178873"/>
                </a:cubicBezTo>
                <a:lnTo>
                  <a:pt x="290311" y="222179"/>
                </a:lnTo>
                <a:cubicBezTo>
                  <a:pt x="294202" y="230719"/>
                  <a:pt x="297874" y="239302"/>
                  <a:pt x="301450" y="247624"/>
                </a:cubicBezTo>
                <a:lnTo>
                  <a:pt x="303372" y="252024"/>
                </a:lnTo>
                <a:cubicBezTo>
                  <a:pt x="303505" y="241175"/>
                  <a:pt x="303676" y="230283"/>
                  <a:pt x="303943" y="219478"/>
                </a:cubicBezTo>
                <a:lnTo>
                  <a:pt x="305427" y="171902"/>
                </a:lnTo>
                <a:cubicBezTo>
                  <a:pt x="305693" y="166586"/>
                  <a:pt x="305950" y="161270"/>
                  <a:pt x="306169" y="155955"/>
                </a:cubicBezTo>
                <a:cubicBezTo>
                  <a:pt x="306559" y="145847"/>
                  <a:pt x="307044" y="135042"/>
                  <a:pt x="307833" y="124369"/>
                </a:cubicBezTo>
                <a:close/>
                <a:moveTo>
                  <a:pt x="315776" y="36638"/>
                </a:moveTo>
                <a:cubicBezTo>
                  <a:pt x="241301" y="36725"/>
                  <a:pt x="171240" y="65654"/>
                  <a:pt x="118558" y="118110"/>
                </a:cubicBezTo>
                <a:cubicBezTo>
                  <a:pt x="65877" y="170567"/>
                  <a:pt x="36824" y="240320"/>
                  <a:pt x="36736" y="314517"/>
                </a:cubicBezTo>
                <a:cubicBezTo>
                  <a:pt x="36736" y="369675"/>
                  <a:pt x="53035" y="423090"/>
                  <a:pt x="83780" y="468923"/>
                </a:cubicBezTo>
                <a:cubicBezTo>
                  <a:pt x="114534" y="514758"/>
                  <a:pt x="157865" y="550179"/>
                  <a:pt x="209024" y="571266"/>
                </a:cubicBezTo>
                <a:cubicBezTo>
                  <a:pt x="260174" y="592353"/>
                  <a:pt x="315910" y="597843"/>
                  <a:pt x="370256" y="587081"/>
                </a:cubicBezTo>
                <a:cubicBezTo>
                  <a:pt x="424555" y="576320"/>
                  <a:pt x="473954" y="550005"/>
                  <a:pt x="513137" y="511011"/>
                </a:cubicBezTo>
                <a:cubicBezTo>
                  <a:pt x="552282" y="472017"/>
                  <a:pt x="578709" y="422785"/>
                  <a:pt x="589496" y="368716"/>
                </a:cubicBezTo>
                <a:cubicBezTo>
                  <a:pt x="600284" y="314648"/>
                  <a:pt x="594785" y="259098"/>
                  <a:pt x="573591" y="208166"/>
                </a:cubicBezTo>
                <a:cubicBezTo>
                  <a:pt x="552406" y="157235"/>
                  <a:pt x="516847" y="114103"/>
                  <a:pt x="470806" y="83474"/>
                </a:cubicBezTo>
                <a:cubicBezTo>
                  <a:pt x="424773" y="52845"/>
                  <a:pt x="371169" y="36638"/>
                  <a:pt x="315776" y="36638"/>
                </a:cubicBezTo>
                <a:close/>
                <a:moveTo>
                  <a:pt x="284825" y="1500"/>
                </a:moveTo>
                <a:cubicBezTo>
                  <a:pt x="315518" y="-1507"/>
                  <a:pt x="346665" y="-4"/>
                  <a:pt x="377419" y="6096"/>
                </a:cubicBezTo>
                <a:cubicBezTo>
                  <a:pt x="438881" y="18252"/>
                  <a:pt x="494787" y="48009"/>
                  <a:pt x="539088" y="92144"/>
                </a:cubicBezTo>
                <a:lnTo>
                  <a:pt x="539040" y="92187"/>
                </a:lnTo>
                <a:cubicBezTo>
                  <a:pt x="583379" y="136322"/>
                  <a:pt x="613259" y="192003"/>
                  <a:pt x="625492" y="253216"/>
                </a:cubicBezTo>
                <a:cubicBezTo>
                  <a:pt x="637726" y="314430"/>
                  <a:pt x="631514" y="377256"/>
                  <a:pt x="607532" y="434897"/>
                </a:cubicBezTo>
                <a:cubicBezTo>
                  <a:pt x="583551" y="492537"/>
                  <a:pt x="543321" y="541334"/>
                  <a:pt x="491210" y="576015"/>
                </a:cubicBezTo>
                <a:cubicBezTo>
                  <a:pt x="439100" y="610652"/>
                  <a:pt x="378465" y="628994"/>
                  <a:pt x="315776" y="628994"/>
                </a:cubicBezTo>
                <a:cubicBezTo>
                  <a:pt x="231474" y="628863"/>
                  <a:pt x="152233" y="596143"/>
                  <a:pt x="92607" y="536760"/>
                </a:cubicBezTo>
                <a:cubicBezTo>
                  <a:pt x="32980" y="477419"/>
                  <a:pt x="88" y="398474"/>
                  <a:pt x="0" y="314517"/>
                </a:cubicBezTo>
                <a:cubicBezTo>
                  <a:pt x="0" y="252083"/>
                  <a:pt x="18390" y="191698"/>
                  <a:pt x="53253" y="139765"/>
                </a:cubicBezTo>
                <a:cubicBezTo>
                  <a:pt x="88060" y="87874"/>
                  <a:pt x="137080" y="47835"/>
                  <a:pt x="194955" y="23959"/>
                </a:cubicBezTo>
                <a:cubicBezTo>
                  <a:pt x="223893" y="12021"/>
                  <a:pt x="254132" y="4506"/>
                  <a:pt x="284825" y="1500"/>
                </a:cubicBezTo>
                <a:close/>
              </a:path>
            </a:pathLst>
          </a:custGeom>
          <a:solidFill>
            <a:schemeClr val="lt1"/>
          </a:solidFill>
          <a:ln>
            <a:noFill/>
          </a:ln>
        </p:spPr>
        <p:txBody>
          <a:bodyPr spcFirstLastPara="1" wrap="square" lIns="141675" tIns="70825" rIns="141675" bIns="70825" anchor="ctr" anchorCtr="0">
            <a:noAutofit/>
          </a:bodyPr>
          <a:lstStyle/>
          <a:p>
            <a:pPr marL="0" marR="0" lvl="0" indent="0" algn="l" rtl="0">
              <a:lnSpc>
                <a:spcPct val="100000"/>
              </a:lnSpc>
              <a:spcBef>
                <a:spcPts val="0"/>
              </a:spcBef>
              <a:spcAft>
                <a:spcPts val="0"/>
              </a:spcAft>
              <a:buNone/>
            </a:pPr>
            <a:endParaRPr sz="217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with headline and subhead - Blue">
  <p:cSld name="Breaker_Denim_1_1_1_2_2_1_1_1_2_1_2">
    <p:bg>
      <p:bgPr>
        <a:solidFill>
          <a:schemeClr val="accent1"/>
        </a:solidFill>
        <a:effectLst/>
      </p:bgPr>
    </p:bg>
    <p:spTree>
      <p:nvGrpSpPr>
        <p:cNvPr id="1" name="Shape 127"/>
        <p:cNvGrpSpPr/>
        <p:nvPr/>
      </p:nvGrpSpPr>
      <p:grpSpPr>
        <a:xfrm>
          <a:off x="0" y="0"/>
          <a:ext cx="0" cy="0"/>
          <a:chOff x="0" y="0"/>
          <a:chExt cx="0" cy="0"/>
        </a:xfrm>
      </p:grpSpPr>
      <p:sp>
        <p:nvSpPr>
          <p:cNvPr id="128" name="Google Shape;128;p19"/>
          <p:cNvSpPr txBox="1">
            <a:spLocks noGrp="1"/>
          </p:cNvSpPr>
          <p:nvPr>
            <p:ph type="title"/>
          </p:nvPr>
        </p:nvSpPr>
        <p:spPr>
          <a:xfrm>
            <a:off x="685800" y="4951002"/>
            <a:ext cx="10207200" cy="3865500"/>
          </a:xfrm>
          <a:prstGeom prst="rect">
            <a:avLst/>
          </a:prstGeom>
        </p:spPr>
        <p:txBody>
          <a:bodyPr spcFirstLastPara="1" wrap="square" lIns="0" tIns="0" rIns="0" bIns="0" anchor="b" anchorCtr="0">
            <a:noAutofit/>
          </a:bodyPr>
          <a:lstStyle>
            <a:lvl1pPr lvl="0">
              <a:lnSpc>
                <a:spcPct val="115000"/>
              </a:lnSpc>
              <a:spcBef>
                <a:spcPts val="0"/>
              </a:spcBef>
              <a:spcAft>
                <a:spcPts val="0"/>
              </a:spcAft>
              <a:buClr>
                <a:schemeClr val="lt1"/>
              </a:buClr>
              <a:buSzPts val="5600"/>
              <a:buFont typeface="Poppins Light"/>
              <a:buNone/>
              <a:defRPr sz="5600">
                <a:solidFill>
                  <a:schemeClr val="lt1"/>
                </a:solidFill>
                <a:latin typeface="Poppins Light"/>
                <a:ea typeface="Poppins Light"/>
                <a:cs typeface="Poppins Light"/>
                <a:sym typeface="Poppins Light"/>
              </a:defRPr>
            </a:lvl1pPr>
            <a:lvl2pPr lvl="1">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2pPr>
            <a:lvl3pPr lvl="2">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3pPr>
            <a:lvl4pPr lvl="3">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4pPr>
            <a:lvl5pPr lvl="4">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5pPr>
            <a:lvl6pPr lvl="5">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6pPr>
            <a:lvl7pPr lvl="6">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7pPr>
            <a:lvl8pPr lvl="7">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8pPr>
            <a:lvl9pPr lvl="8">
              <a:lnSpc>
                <a:spcPct val="115000"/>
              </a:lnSpc>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9pPr>
          </a:lstStyle>
          <a:p>
            <a:endParaRPr/>
          </a:p>
        </p:txBody>
      </p:sp>
      <p:sp>
        <p:nvSpPr>
          <p:cNvPr id="129" name="Google Shape;129;p19"/>
          <p:cNvSpPr txBox="1">
            <a:spLocks noGrp="1"/>
          </p:cNvSpPr>
          <p:nvPr>
            <p:ph type="subTitle" idx="1"/>
          </p:nvPr>
        </p:nvSpPr>
        <p:spPr>
          <a:xfrm>
            <a:off x="685800" y="8947300"/>
            <a:ext cx="8224500" cy="6537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9pPr>
          </a:lstStyle>
          <a:p>
            <a:endParaRPr/>
          </a:p>
        </p:txBody>
      </p:sp>
      <p:sp>
        <p:nvSpPr>
          <p:cNvPr id="130" name="Google Shape;130;p19"/>
          <p:cNvSpPr txBox="1">
            <a:spLocks noGrp="1"/>
          </p:cNvSpPr>
          <p:nvPr>
            <p:ph type="sldNum" idx="12"/>
          </p:nvPr>
        </p:nvSpPr>
        <p:spPr>
          <a:xfrm>
            <a:off x="16514400" y="345450"/>
            <a:ext cx="1097400" cy="284700"/>
          </a:xfrm>
          <a:prstGeom prst="rect">
            <a:avLst/>
          </a:prstGeom>
          <a:noFill/>
          <a:ln>
            <a:noFill/>
          </a:ln>
        </p:spPr>
        <p:txBody>
          <a:bodyPr spcFirstLastPara="1" wrap="square" lIns="0" tIns="0" rIns="0" bIns="0" anchor="ctr" anchorCtr="0">
            <a:noAutofit/>
          </a:bodyPr>
          <a:lstStyle>
            <a:lvl1pPr lvl="0" algn="r">
              <a:buNone/>
              <a:defRPr sz="1200">
                <a:solidFill>
                  <a:schemeClr val="lt1"/>
                </a:solidFill>
                <a:latin typeface="Poppins Light"/>
                <a:ea typeface="Poppins Light"/>
                <a:cs typeface="Poppins Light"/>
                <a:sym typeface="Poppins Light"/>
              </a:defRPr>
            </a:lvl1pPr>
            <a:lvl2pPr lvl="1" algn="r">
              <a:buNone/>
              <a:defRPr sz="1200">
                <a:solidFill>
                  <a:schemeClr val="lt1"/>
                </a:solidFill>
                <a:latin typeface="Poppins Light"/>
                <a:ea typeface="Poppins Light"/>
                <a:cs typeface="Poppins Light"/>
                <a:sym typeface="Poppins Light"/>
              </a:defRPr>
            </a:lvl2pPr>
            <a:lvl3pPr lvl="2" algn="r">
              <a:buNone/>
              <a:defRPr sz="1200">
                <a:solidFill>
                  <a:schemeClr val="lt1"/>
                </a:solidFill>
                <a:latin typeface="Poppins Light"/>
                <a:ea typeface="Poppins Light"/>
                <a:cs typeface="Poppins Light"/>
                <a:sym typeface="Poppins Light"/>
              </a:defRPr>
            </a:lvl3pPr>
            <a:lvl4pPr lvl="3" algn="r">
              <a:buNone/>
              <a:defRPr sz="1200">
                <a:solidFill>
                  <a:schemeClr val="lt1"/>
                </a:solidFill>
                <a:latin typeface="Poppins Light"/>
                <a:ea typeface="Poppins Light"/>
                <a:cs typeface="Poppins Light"/>
                <a:sym typeface="Poppins Light"/>
              </a:defRPr>
            </a:lvl4pPr>
            <a:lvl5pPr lvl="4" algn="r">
              <a:buNone/>
              <a:defRPr sz="1200">
                <a:solidFill>
                  <a:schemeClr val="lt1"/>
                </a:solidFill>
                <a:latin typeface="Poppins Light"/>
                <a:ea typeface="Poppins Light"/>
                <a:cs typeface="Poppins Light"/>
                <a:sym typeface="Poppins Light"/>
              </a:defRPr>
            </a:lvl5pPr>
            <a:lvl6pPr lvl="5" algn="r">
              <a:buNone/>
              <a:defRPr sz="1200">
                <a:solidFill>
                  <a:schemeClr val="lt1"/>
                </a:solidFill>
                <a:latin typeface="Poppins Light"/>
                <a:ea typeface="Poppins Light"/>
                <a:cs typeface="Poppins Light"/>
                <a:sym typeface="Poppins Light"/>
              </a:defRPr>
            </a:lvl6pPr>
            <a:lvl7pPr lvl="6" algn="r">
              <a:buNone/>
              <a:defRPr sz="1200">
                <a:solidFill>
                  <a:schemeClr val="lt1"/>
                </a:solidFill>
                <a:latin typeface="Poppins Light"/>
                <a:ea typeface="Poppins Light"/>
                <a:cs typeface="Poppins Light"/>
                <a:sym typeface="Poppins Light"/>
              </a:defRPr>
            </a:lvl7pPr>
            <a:lvl8pPr lvl="7" algn="r">
              <a:buNone/>
              <a:defRPr sz="1200">
                <a:solidFill>
                  <a:schemeClr val="lt1"/>
                </a:solidFill>
                <a:latin typeface="Poppins Light"/>
                <a:ea typeface="Poppins Light"/>
                <a:cs typeface="Poppins Light"/>
                <a:sym typeface="Poppins Light"/>
              </a:defRPr>
            </a:lvl8pPr>
            <a:lvl9pPr lvl="8" algn="r">
              <a:buNone/>
              <a:defRPr sz="1200">
                <a:solidFill>
                  <a:schemeClr val="lt1"/>
                </a:solidFill>
                <a:latin typeface="Poppins Light"/>
                <a:ea typeface="Poppins Light"/>
                <a:cs typeface="Poppins Light"/>
                <a:sym typeface="Poppins Light"/>
              </a:defRPr>
            </a:lvl9pPr>
          </a:lstStyle>
          <a:p>
            <a:pPr marL="0" lvl="0" indent="0" algn="r" rtl="0">
              <a:spcBef>
                <a:spcPts val="0"/>
              </a:spcBef>
              <a:spcAft>
                <a:spcPts val="0"/>
              </a:spcAft>
              <a:buNone/>
            </a:pPr>
            <a:fld id="{00000000-1234-1234-1234-123412341234}" type="slidenum">
              <a:rPr lang="en-US"/>
              <a:t>‹N°›</a:t>
            </a:fld>
            <a:endParaRPr/>
          </a:p>
        </p:txBody>
      </p:sp>
      <p:sp>
        <p:nvSpPr>
          <p:cNvPr id="131" name="Google Shape;131;p19"/>
          <p:cNvSpPr txBox="1">
            <a:spLocks noGrp="1"/>
          </p:cNvSpPr>
          <p:nvPr>
            <p:ph type="subTitle" idx="2"/>
          </p:nvPr>
        </p:nvSpPr>
        <p:spPr>
          <a:xfrm>
            <a:off x="12187250" y="345450"/>
            <a:ext cx="4929300" cy="284700"/>
          </a:xfrm>
          <a:prstGeom prst="rect">
            <a:avLst/>
          </a:prstGeom>
          <a:noFill/>
          <a:ln>
            <a:noFill/>
          </a:ln>
        </p:spPr>
        <p:txBody>
          <a:bodyPr spcFirstLastPara="1" wrap="square" lIns="0" tIns="0" rIns="0" bIns="0" anchor="ctr" anchorCtr="0">
            <a:noAutofit/>
          </a:bodyPr>
          <a:lstStyle>
            <a:lvl1pPr lvl="0" algn="r">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1pPr>
            <a:lvl2pPr lvl="1">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2pPr>
            <a:lvl3pPr lvl="2">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3pPr>
            <a:lvl4pPr lvl="3">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4pPr>
            <a:lvl5pPr lvl="4">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5pPr>
            <a:lvl6pPr lvl="5">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6pPr>
            <a:lvl7pPr lvl="6">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7pPr>
            <a:lvl8pPr lvl="7">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8pPr>
            <a:lvl9pPr lvl="8">
              <a:spcBef>
                <a:spcPts val="0"/>
              </a:spcBef>
              <a:spcAft>
                <a:spcPts val="0"/>
              </a:spcAft>
              <a:buClr>
                <a:schemeClr val="lt1"/>
              </a:buClr>
              <a:buSzPts val="1200"/>
              <a:buFont typeface="Poppins Light"/>
              <a:buNone/>
              <a:defRPr sz="1200">
                <a:solidFill>
                  <a:schemeClr val="lt1"/>
                </a:solidFill>
                <a:latin typeface="Poppins Light"/>
                <a:ea typeface="Poppins Light"/>
                <a:cs typeface="Poppins Light"/>
                <a:sym typeface="Poppins Light"/>
              </a:defRPr>
            </a:lvl9pPr>
          </a:lstStyle>
          <a:p>
            <a:endParaRPr/>
          </a:p>
        </p:txBody>
      </p:sp>
      <p:sp>
        <p:nvSpPr>
          <p:cNvPr id="132" name="Google Shape;132;p19"/>
          <p:cNvSpPr/>
          <p:nvPr/>
        </p:nvSpPr>
        <p:spPr>
          <a:xfrm>
            <a:off x="685792" y="345496"/>
            <a:ext cx="285800" cy="284620"/>
          </a:xfrm>
          <a:custGeom>
            <a:avLst/>
            <a:gdLst/>
            <a:ahLst/>
            <a:cxnLst/>
            <a:rect l="l" t="t" r="r" b="b"/>
            <a:pathLst>
              <a:path w="631602" h="628994" extrusionOk="0">
                <a:moveTo>
                  <a:pt x="307919" y="123061"/>
                </a:moveTo>
                <a:lnTo>
                  <a:pt x="323948" y="123061"/>
                </a:lnTo>
                <a:lnTo>
                  <a:pt x="324034" y="124369"/>
                </a:lnTo>
                <a:cubicBezTo>
                  <a:pt x="324738" y="134737"/>
                  <a:pt x="325213" y="145237"/>
                  <a:pt x="325698" y="155955"/>
                </a:cubicBezTo>
                <a:cubicBezTo>
                  <a:pt x="325917" y="161270"/>
                  <a:pt x="326174" y="166586"/>
                  <a:pt x="326440" y="171902"/>
                </a:cubicBezTo>
                <a:lnTo>
                  <a:pt x="327753" y="219435"/>
                </a:lnTo>
                <a:cubicBezTo>
                  <a:pt x="328581" y="248407"/>
                  <a:pt x="328714" y="277163"/>
                  <a:pt x="328714" y="301648"/>
                </a:cubicBezTo>
                <a:cubicBezTo>
                  <a:pt x="361866" y="301866"/>
                  <a:pt x="387379" y="302258"/>
                  <a:pt x="411265" y="302955"/>
                </a:cubicBezTo>
                <a:lnTo>
                  <a:pt x="459276" y="304262"/>
                </a:lnTo>
                <a:cubicBezTo>
                  <a:pt x="464651" y="304524"/>
                  <a:pt x="469978" y="304785"/>
                  <a:pt x="475305" y="305002"/>
                </a:cubicBezTo>
                <a:lnTo>
                  <a:pt x="475572" y="304915"/>
                </a:lnTo>
                <a:cubicBezTo>
                  <a:pt x="485703" y="305307"/>
                  <a:pt x="496490" y="305787"/>
                  <a:pt x="507287" y="306571"/>
                </a:cubicBezTo>
                <a:lnTo>
                  <a:pt x="508590" y="306658"/>
                </a:lnTo>
                <a:lnTo>
                  <a:pt x="508590" y="321515"/>
                </a:lnTo>
                <a:lnTo>
                  <a:pt x="507287" y="321602"/>
                </a:lnTo>
                <a:cubicBezTo>
                  <a:pt x="496842" y="322343"/>
                  <a:pt x="486321" y="322823"/>
                  <a:pt x="475572" y="323301"/>
                </a:cubicBezTo>
                <a:lnTo>
                  <a:pt x="474915" y="323301"/>
                </a:lnTo>
                <a:cubicBezTo>
                  <a:pt x="469807" y="323519"/>
                  <a:pt x="464689" y="323737"/>
                  <a:pt x="459581" y="323999"/>
                </a:cubicBezTo>
                <a:lnTo>
                  <a:pt x="411884" y="325480"/>
                </a:lnTo>
                <a:cubicBezTo>
                  <a:pt x="400744" y="325915"/>
                  <a:pt x="389386" y="326090"/>
                  <a:pt x="378247" y="326220"/>
                </a:cubicBezTo>
                <a:cubicBezTo>
                  <a:pt x="389776" y="331144"/>
                  <a:pt x="399650" y="335457"/>
                  <a:pt x="409002" y="339683"/>
                </a:cubicBezTo>
                <a:lnTo>
                  <a:pt x="452332" y="359071"/>
                </a:lnTo>
                <a:cubicBezTo>
                  <a:pt x="457136" y="361380"/>
                  <a:pt x="461940" y="363646"/>
                  <a:pt x="466744" y="365824"/>
                </a:cubicBezTo>
                <a:lnTo>
                  <a:pt x="468009" y="366434"/>
                </a:lnTo>
                <a:cubicBezTo>
                  <a:pt x="477056" y="370661"/>
                  <a:pt x="486407" y="375017"/>
                  <a:pt x="495491" y="379591"/>
                </a:cubicBezTo>
                <a:lnTo>
                  <a:pt x="496671" y="380201"/>
                </a:lnTo>
                <a:lnTo>
                  <a:pt x="490906" y="393838"/>
                </a:lnTo>
                <a:lnTo>
                  <a:pt x="489679" y="393447"/>
                </a:lnTo>
                <a:cubicBezTo>
                  <a:pt x="480461" y="390441"/>
                  <a:pt x="471681" y="387304"/>
                  <a:pt x="461198" y="383513"/>
                </a:cubicBezTo>
                <a:cubicBezTo>
                  <a:pt x="455738" y="381552"/>
                  <a:pt x="450192" y="379548"/>
                  <a:pt x="444646" y="377632"/>
                </a:cubicBezTo>
                <a:lnTo>
                  <a:pt x="400002" y="360857"/>
                </a:lnTo>
                <a:cubicBezTo>
                  <a:pt x="392050" y="357851"/>
                  <a:pt x="384145" y="354758"/>
                  <a:pt x="376240" y="351621"/>
                </a:cubicBezTo>
                <a:cubicBezTo>
                  <a:pt x="373662" y="350619"/>
                  <a:pt x="371084" y="349573"/>
                  <a:pt x="368506" y="348571"/>
                </a:cubicBezTo>
                <a:lnTo>
                  <a:pt x="370998" y="351142"/>
                </a:lnTo>
                <a:cubicBezTo>
                  <a:pt x="377372" y="357720"/>
                  <a:pt x="384801" y="365344"/>
                  <a:pt x="391879" y="372882"/>
                </a:cubicBezTo>
                <a:lnTo>
                  <a:pt x="424545" y="407562"/>
                </a:lnTo>
                <a:cubicBezTo>
                  <a:pt x="427608" y="410961"/>
                  <a:pt x="430662" y="414316"/>
                  <a:pt x="433725" y="417627"/>
                </a:cubicBezTo>
                <a:lnTo>
                  <a:pt x="434772" y="418803"/>
                </a:lnTo>
                <a:cubicBezTo>
                  <a:pt x="441887" y="426602"/>
                  <a:pt x="449269" y="434706"/>
                  <a:pt x="456394" y="442897"/>
                </a:cubicBezTo>
                <a:lnTo>
                  <a:pt x="457269" y="443899"/>
                </a:lnTo>
                <a:lnTo>
                  <a:pt x="446739" y="454355"/>
                </a:lnTo>
                <a:lnTo>
                  <a:pt x="445740" y="453527"/>
                </a:lnTo>
                <a:cubicBezTo>
                  <a:pt x="436864" y="445946"/>
                  <a:pt x="428179" y="438104"/>
                  <a:pt x="420835" y="431395"/>
                </a:cubicBezTo>
                <a:cubicBezTo>
                  <a:pt x="417297" y="428171"/>
                  <a:pt x="413758" y="424947"/>
                  <a:pt x="410219" y="421766"/>
                </a:cubicBezTo>
                <a:lnTo>
                  <a:pt x="375364" y="389220"/>
                </a:lnTo>
                <a:cubicBezTo>
                  <a:pt x="368116" y="382467"/>
                  <a:pt x="360819" y="375453"/>
                  <a:pt x="353780" y="368656"/>
                </a:cubicBezTo>
                <a:lnTo>
                  <a:pt x="351116" y="366086"/>
                </a:lnTo>
                <a:cubicBezTo>
                  <a:pt x="355007" y="375714"/>
                  <a:pt x="359022" y="385996"/>
                  <a:pt x="363302" y="397324"/>
                </a:cubicBezTo>
                <a:lnTo>
                  <a:pt x="380121" y="441721"/>
                </a:lnTo>
                <a:cubicBezTo>
                  <a:pt x="381652" y="446165"/>
                  <a:pt x="383222" y="450565"/>
                  <a:pt x="384801" y="454922"/>
                </a:cubicBezTo>
                <a:lnTo>
                  <a:pt x="386856" y="460716"/>
                </a:lnTo>
                <a:cubicBezTo>
                  <a:pt x="389862" y="469169"/>
                  <a:pt x="393011" y="477969"/>
                  <a:pt x="395941" y="486683"/>
                </a:cubicBezTo>
                <a:lnTo>
                  <a:pt x="396378" y="487946"/>
                </a:lnTo>
                <a:lnTo>
                  <a:pt x="382661" y="493698"/>
                </a:lnTo>
                <a:lnTo>
                  <a:pt x="382042" y="492521"/>
                </a:lnTo>
                <a:cubicBezTo>
                  <a:pt x="377419" y="483416"/>
                  <a:pt x="373043" y="474179"/>
                  <a:pt x="368239" y="463897"/>
                </a:cubicBezTo>
                <a:cubicBezTo>
                  <a:pt x="366013" y="459104"/>
                  <a:pt x="363740" y="454312"/>
                  <a:pt x="361476" y="449563"/>
                </a:cubicBezTo>
                <a:lnTo>
                  <a:pt x="341861" y="406256"/>
                </a:lnTo>
                <a:cubicBezTo>
                  <a:pt x="337447" y="396540"/>
                  <a:pt x="333299" y="386912"/>
                  <a:pt x="329237" y="377632"/>
                </a:cubicBezTo>
                <a:lnTo>
                  <a:pt x="328362" y="375584"/>
                </a:lnTo>
                <a:cubicBezTo>
                  <a:pt x="328181" y="386824"/>
                  <a:pt x="328010" y="398108"/>
                  <a:pt x="327620" y="409131"/>
                </a:cubicBezTo>
                <a:lnTo>
                  <a:pt x="326136" y="456621"/>
                </a:lnTo>
                <a:cubicBezTo>
                  <a:pt x="325870" y="461936"/>
                  <a:pt x="325613" y="467251"/>
                  <a:pt x="325394" y="472566"/>
                </a:cubicBezTo>
                <a:cubicBezTo>
                  <a:pt x="324956" y="483198"/>
                  <a:pt x="324519" y="493611"/>
                  <a:pt x="323729" y="504154"/>
                </a:cubicBezTo>
                <a:lnTo>
                  <a:pt x="323644" y="505461"/>
                </a:lnTo>
                <a:lnTo>
                  <a:pt x="308747" y="505461"/>
                </a:lnTo>
                <a:lnTo>
                  <a:pt x="308661" y="504154"/>
                </a:lnTo>
                <a:cubicBezTo>
                  <a:pt x="307957" y="493959"/>
                  <a:pt x="307481" y="483807"/>
                  <a:pt x="306996" y="472566"/>
                </a:cubicBezTo>
                <a:cubicBezTo>
                  <a:pt x="306778" y="467251"/>
                  <a:pt x="306521" y="461936"/>
                  <a:pt x="306254" y="456621"/>
                </a:cubicBezTo>
                <a:lnTo>
                  <a:pt x="304770" y="409088"/>
                </a:lnTo>
                <a:cubicBezTo>
                  <a:pt x="303810" y="381684"/>
                  <a:pt x="303638" y="353799"/>
                  <a:pt x="303458" y="326830"/>
                </a:cubicBezTo>
                <a:lnTo>
                  <a:pt x="290920" y="326830"/>
                </a:lnTo>
                <a:cubicBezTo>
                  <a:pt x="267947" y="326700"/>
                  <a:pt x="244231" y="326613"/>
                  <a:pt x="220944" y="325915"/>
                </a:cubicBezTo>
                <a:lnTo>
                  <a:pt x="173247" y="324609"/>
                </a:lnTo>
                <a:cubicBezTo>
                  <a:pt x="167873" y="324347"/>
                  <a:pt x="162545" y="324086"/>
                  <a:pt x="157209" y="323868"/>
                </a:cubicBezTo>
                <a:cubicBezTo>
                  <a:pt x="147030" y="323432"/>
                  <a:pt x="136157" y="322996"/>
                  <a:pt x="125503" y="322212"/>
                </a:cubicBezTo>
                <a:lnTo>
                  <a:pt x="124190" y="322125"/>
                </a:lnTo>
                <a:lnTo>
                  <a:pt x="124190" y="306092"/>
                </a:lnTo>
                <a:lnTo>
                  <a:pt x="125503" y="306005"/>
                </a:lnTo>
                <a:cubicBezTo>
                  <a:pt x="135853" y="305307"/>
                  <a:pt x="145984" y="304829"/>
                  <a:pt x="157209" y="304349"/>
                </a:cubicBezTo>
                <a:cubicBezTo>
                  <a:pt x="162545" y="304131"/>
                  <a:pt x="167873" y="303870"/>
                  <a:pt x="173200" y="303609"/>
                </a:cubicBezTo>
                <a:lnTo>
                  <a:pt x="220944" y="302301"/>
                </a:lnTo>
                <a:cubicBezTo>
                  <a:pt x="231779" y="302040"/>
                  <a:pt x="242738" y="301866"/>
                  <a:pt x="253620" y="301735"/>
                </a:cubicBezTo>
                <a:lnTo>
                  <a:pt x="249206" y="299862"/>
                </a:lnTo>
                <a:cubicBezTo>
                  <a:pt x="241035" y="296376"/>
                  <a:pt x="232350" y="292673"/>
                  <a:pt x="223655" y="288752"/>
                </a:cubicBezTo>
                <a:lnTo>
                  <a:pt x="175559" y="267273"/>
                </a:lnTo>
                <a:cubicBezTo>
                  <a:pt x="171754" y="265530"/>
                  <a:pt x="167958" y="263744"/>
                  <a:pt x="164153" y="262001"/>
                </a:cubicBezTo>
                <a:lnTo>
                  <a:pt x="162764" y="261348"/>
                </a:lnTo>
                <a:cubicBezTo>
                  <a:pt x="154241" y="257426"/>
                  <a:pt x="145422" y="253374"/>
                  <a:pt x="136899" y="249060"/>
                </a:cubicBezTo>
                <a:lnTo>
                  <a:pt x="135719" y="248451"/>
                </a:lnTo>
                <a:lnTo>
                  <a:pt x="141969" y="233638"/>
                </a:lnTo>
                <a:lnTo>
                  <a:pt x="143234" y="234073"/>
                </a:lnTo>
                <a:cubicBezTo>
                  <a:pt x="153889" y="237646"/>
                  <a:pt x="164638" y="241524"/>
                  <a:pt x="175036" y="245270"/>
                </a:cubicBezTo>
                <a:lnTo>
                  <a:pt x="188182" y="250020"/>
                </a:lnTo>
                <a:lnTo>
                  <a:pt x="232873" y="266836"/>
                </a:lnTo>
                <a:cubicBezTo>
                  <a:pt x="242091" y="270410"/>
                  <a:pt x="251261" y="274069"/>
                  <a:pt x="260431" y="277729"/>
                </a:cubicBezTo>
                <a:lnTo>
                  <a:pt x="262971" y="278731"/>
                </a:lnTo>
                <a:cubicBezTo>
                  <a:pt x="256331" y="272109"/>
                  <a:pt x="249206" y="264745"/>
                  <a:pt x="240474" y="255596"/>
                </a:cubicBezTo>
                <a:lnTo>
                  <a:pt x="207626" y="221090"/>
                </a:lnTo>
                <a:cubicBezTo>
                  <a:pt x="203165" y="216123"/>
                  <a:pt x="198713" y="211244"/>
                  <a:pt x="194251" y="206407"/>
                </a:cubicBezTo>
                <a:cubicBezTo>
                  <a:pt x="187526" y="199088"/>
                  <a:pt x="181457" y="192509"/>
                  <a:pt x="175559" y="185712"/>
                </a:cubicBezTo>
                <a:lnTo>
                  <a:pt x="174684" y="184711"/>
                </a:lnTo>
                <a:lnTo>
                  <a:pt x="186042" y="173426"/>
                </a:lnTo>
                <a:lnTo>
                  <a:pt x="187050" y="174298"/>
                </a:lnTo>
                <a:cubicBezTo>
                  <a:pt x="194736" y="180920"/>
                  <a:pt x="201985" y="187499"/>
                  <a:pt x="210680" y="195428"/>
                </a:cubicBezTo>
                <a:cubicBezTo>
                  <a:pt x="214609" y="199045"/>
                  <a:pt x="218547" y="202617"/>
                  <a:pt x="222514" y="206189"/>
                </a:cubicBezTo>
                <a:lnTo>
                  <a:pt x="257159" y="238910"/>
                </a:lnTo>
                <a:cubicBezTo>
                  <a:pt x="261525" y="243179"/>
                  <a:pt x="265939" y="247449"/>
                  <a:pt x="270306" y="251675"/>
                </a:cubicBezTo>
                <a:cubicBezTo>
                  <a:pt x="273711" y="254943"/>
                  <a:pt x="277117" y="258254"/>
                  <a:pt x="280484" y="261521"/>
                </a:cubicBezTo>
                <a:cubicBezTo>
                  <a:pt x="275937" y="250368"/>
                  <a:pt x="272094" y="240653"/>
                  <a:pt x="268470" y="231372"/>
                </a:cubicBezTo>
                <a:lnTo>
                  <a:pt x="251480" y="186976"/>
                </a:lnTo>
                <a:cubicBezTo>
                  <a:pt x="249910" y="182619"/>
                  <a:pt x="248331" y="178306"/>
                  <a:pt x="246762" y="174036"/>
                </a:cubicBezTo>
                <a:lnTo>
                  <a:pt x="246590" y="173513"/>
                </a:lnTo>
                <a:cubicBezTo>
                  <a:pt x="242871" y="163275"/>
                  <a:pt x="238990" y="152688"/>
                  <a:pt x="235451" y="142188"/>
                </a:cubicBezTo>
                <a:lnTo>
                  <a:pt x="235013" y="140924"/>
                </a:lnTo>
                <a:lnTo>
                  <a:pt x="249910" y="134694"/>
                </a:lnTo>
                <a:lnTo>
                  <a:pt x="250472" y="135914"/>
                </a:lnTo>
                <a:cubicBezTo>
                  <a:pt x="255104" y="145455"/>
                  <a:pt x="259651" y="155040"/>
                  <a:pt x="263057" y="162360"/>
                </a:cubicBezTo>
                <a:lnTo>
                  <a:pt x="265939" y="168503"/>
                </a:lnTo>
                <a:cubicBezTo>
                  <a:pt x="267595" y="171945"/>
                  <a:pt x="269212" y="175430"/>
                  <a:pt x="270876" y="178873"/>
                </a:cubicBezTo>
                <a:lnTo>
                  <a:pt x="290311" y="222179"/>
                </a:lnTo>
                <a:cubicBezTo>
                  <a:pt x="294202" y="230719"/>
                  <a:pt x="297874" y="239302"/>
                  <a:pt x="301450" y="247624"/>
                </a:cubicBezTo>
                <a:lnTo>
                  <a:pt x="303372" y="252024"/>
                </a:lnTo>
                <a:cubicBezTo>
                  <a:pt x="303505" y="241175"/>
                  <a:pt x="303676" y="230283"/>
                  <a:pt x="303943" y="219478"/>
                </a:cubicBezTo>
                <a:lnTo>
                  <a:pt x="305427" y="171902"/>
                </a:lnTo>
                <a:cubicBezTo>
                  <a:pt x="305693" y="166586"/>
                  <a:pt x="305950" y="161270"/>
                  <a:pt x="306169" y="155955"/>
                </a:cubicBezTo>
                <a:cubicBezTo>
                  <a:pt x="306559" y="145847"/>
                  <a:pt x="307044" y="135042"/>
                  <a:pt x="307833" y="124369"/>
                </a:cubicBezTo>
                <a:close/>
                <a:moveTo>
                  <a:pt x="315776" y="36638"/>
                </a:moveTo>
                <a:cubicBezTo>
                  <a:pt x="241301" y="36725"/>
                  <a:pt x="171240" y="65654"/>
                  <a:pt x="118558" y="118110"/>
                </a:cubicBezTo>
                <a:cubicBezTo>
                  <a:pt x="65877" y="170567"/>
                  <a:pt x="36824" y="240320"/>
                  <a:pt x="36736" y="314517"/>
                </a:cubicBezTo>
                <a:cubicBezTo>
                  <a:pt x="36736" y="369675"/>
                  <a:pt x="53035" y="423090"/>
                  <a:pt x="83780" y="468923"/>
                </a:cubicBezTo>
                <a:cubicBezTo>
                  <a:pt x="114534" y="514758"/>
                  <a:pt x="157865" y="550179"/>
                  <a:pt x="209024" y="571266"/>
                </a:cubicBezTo>
                <a:cubicBezTo>
                  <a:pt x="260174" y="592353"/>
                  <a:pt x="315910" y="597843"/>
                  <a:pt x="370256" y="587081"/>
                </a:cubicBezTo>
                <a:cubicBezTo>
                  <a:pt x="424555" y="576320"/>
                  <a:pt x="473954" y="550005"/>
                  <a:pt x="513137" y="511011"/>
                </a:cubicBezTo>
                <a:cubicBezTo>
                  <a:pt x="552282" y="472017"/>
                  <a:pt x="578709" y="422785"/>
                  <a:pt x="589496" y="368716"/>
                </a:cubicBezTo>
                <a:cubicBezTo>
                  <a:pt x="600284" y="314648"/>
                  <a:pt x="594785" y="259098"/>
                  <a:pt x="573591" y="208166"/>
                </a:cubicBezTo>
                <a:cubicBezTo>
                  <a:pt x="552406" y="157235"/>
                  <a:pt x="516847" y="114103"/>
                  <a:pt x="470806" y="83474"/>
                </a:cubicBezTo>
                <a:cubicBezTo>
                  <a:pt x="424773" y="52845"/>
                  <a:pt x="371169" y="36638"/>
                  <a:pt x="315776" y="36638"/>
                </a:cubicBezTo>
                <a:close/>
                <a:moveTo>
                  <a:pt x="284825" y="1500"/>
                </a:moveTo>
                <a:cubicBezTo>
                  <a:pt x="315518" y="-1507"/>
                  <a:pt x="346665" y="-4"/>
                  <a:pt x="377419" y="6096"/>
                </a:cubicBezTo>
                <a:cubicBezTo>
                  <a:pt x="438881" y="18252"/>
                  <a:pt x="494787" y="48009"/>
                  <a:pt x="539088" y="92144"/>
                </a:cubicBezTo>
                <a:lnTo>
                  <a:pt x="539040" y="92187"/>
                </a:lnTo>
                <a:cubicBezTo>
                  <a:pt x="583379" y="136322"/>
                  <a:pt x="613259" y="192003"/>
                  <a:pt x="625492" y="253216"/>
                </a:cubicBezTo>
                <a:cubicBezTo>
                  <a:pt x="637726" y="314430"/>
                  <a:pt x="631514" y="377256"/>
                  <a:pt x="607532" y="434897"/>
                </a:cubicBezTo>
                <a:cubicBezTo>
                  <a:pt x="583551" y="492537"/>
                  <a:pt x="543321" y="541334"/>
                  <a:pt x="491210" y="576015"/>
                </a:cubicBezTo>
                <a:cubicBezTo>
                  <a:pt x="439100" y="610652"/>
                  <a:pt x="378465" y="628994"/>
                  <a:pt x="315776" y="628994"/>
                </a:cubicBezTo>
                <a:cubicBezTo>
                  <a:pt x="231474" y="628863"/>
                  <a:pt x="152233" y="596143"/>
                  <a:pt x="92607" y="536760"/>
                </a:cubicBezTo>
                <a:cubicBezTo>
                  <a:pt x="32980" y="477419"/>
                  <a:pt x="88" y="398474"/>
                  <a:pt x="0" y="314517"/>
                </a:cubicBezTo>
                <a:cubicBezTo>
                  <a:pt x="0" y="252083"/>
                  <a:pt x="18390" y="191698"/>
                  <a:pt x="53253" y="139765"/>
                </a:cubicBezTo>
                <a:cubicBezTo>
                  <a:pt x="88060" y="87874"/>
                  <a:pt x="137080" y="47835"/>
                  <a:pt x="194955" y="23959"/>
                </a:cubicBezTo>
                <a:cubicBezTo>
                  <a:pt x="223893" y="12021"/>
                  <a:pt x="254132" y="4506"/>
                  <a:pt x="284825" y="1500"/>
                </a:cubicBezTo>
                <a:close/>
              </a:path>
            </a:pathLst>
          </a:custGeom>
          <a:solidFill>
            <a:schemeClr val="lt1"/>
          </a:solidFill>
          <a:ln>
            <a:noFill/>
          </a:ln>
        </p:spPr>
        <p:txBody>
          <a:bodyPr spcFirstLastPara="1" wrap="square" lIns="141675" tIns="70825" rIns="141675" bIns="70825" anchor="ctr" anchorCtr="0">
            <a:noAutofit/>
          </a:bodyPr>
          <a:lstStyle/>
          <a:p>
            <a:pPr marL="0" marR="0" lvl="0" indent="0" algn="l" rtl="0">
              <a:lnSpc>
                <a:spcPct val="100000"/>
              </a:lnSpc>
              <a:spcBef>
                <a:spcPts val="0"/>
              </a:spcBef>
              <a:spcAft>
                <a:spcPts val="0"/>
              </a:spcAft>
              <a:buNone/>
            </a:pPr>
            <a:endParaRPr sz="217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with headline and subhead - Light">
  <p:cSld name="Breaker_Denim_1_1_1_2_2_1_1_1_2_1_1_1">
    <p:bg>
      <p:bgPr>
        <a:solidFill>
          <a:schemeClr val="lt1"/>
        </a:solidFill>
        <a:effectLst/>
      </p:bgPr>
    </p:bg>
    <p:spTree>
      <p:nvGrpSpPr>
        <p:cNvPr id="1" name="Shape 133"/>
        <p:cNvGrpSpPr/>
        <p:nvPr/>
      </p:nvGrpSpPr>
      <p:grpSpPr>
        <a:xfrm>
          <a:off x="0" y="0"/>
          <a:ext cx="0" cy="0"/>
          <a:chOff x="0" y="0"/>
          <a:chExt cx="0" cy="0"/>
        </a:xfrm>
      </p:grpSpPr>
      <p:sp>
        <p:nvSpPr>
          <p:cNvPr id="134" name="Google Shape;134;p20"/>
          <p:cNvSpPr txBox="1">
            <a:spLocks noGrp="1"/>
          </p:cNvSpPr>
          <p:nvPr>
            <p:ph type="title"/>
          </p:nvPr>
        </p:nvSpPr>
        <p:spPr>
          <a:xfrm>
            <a:off x="685800" y="4951002"/>
            <a:ext cx="10207200" cy="3865500"/>
          </a:xfrm>
          <a:prstGeom prst="rect">
            <a:avLst/>
          </a:prstGeom>
        </p:spPr>
        <p:txBody>
          <a:bodyPr spcFirstLastPara="1" wrap="square" lIns="0" tIns="0" rIns="0" bIns="0" anchor="b" anchorCtr="0">
            <a:noAutofit/>
          </a:bodyPr>
          <a:lstStyle>
            <a:lvl1pPr lvl="0">
              <a:lnSpc>
                <a:spcPct val="115000"/>
              </a:lnSpc>
              <a:spcBef>
                <a:spcPts val="0"/>
              </a:spcBef>
              <a:spcAft>
                <a:spcPts val="0"/>
              </a:spcAft>
              <a:buSzPts val="5600"/>
              <a:buFont typeface="Poppins Light"/>
              <a:buNone/>
              <a:defRPr sz="5600">
                <a:latin typeface="Poppins Light"/>
                <a:ea typeface="Poppins Light"/>
                <a:cs typeface="Poppins Light"/>
                <a:sym typeface="Poppins Light"/>
              </a:defRPr>
            </a:lvl1pPr>
            <a:lvl2pPr lvl="1">
              <a:lnSpc>
                <a:spcPct val="115000"/>
              </a:lnSpc>
              <a:spcBef>
                <a:spcPts val="0"/>
              </a:spcBef>
              <a:spcAft>
                <a:spcPts val="0"/>
              </a:spcAft>
              <a:buSzPts val="8000"/>
              <a:buFont typeface="Poppins SemiBold"/>
              <a:buNone/>
              <a:defRPr sz="8000" b="0">
                <a:latin typeface="Poppins SemiBold"/>
                <a:ea typeface="Poppins SemiBold"/>
                <a:cs typeface="Poppins SemiBold"/>
                <a:sym typeface="Poppins SemiBold"/>
              </a:defRPr>
            </a:lvl2pPr>
            <a:lvl3pPr lvl="2">
              <a:lnSpc>
                <a:spcPct val="115000"/>
              </a:lnSpc>
              <a:spcBef>
                <a:spcPts val="0"/>
              </a:spcBef>
              <a:spcAft>
                <a:spcPts val="0"/>
              </a:spcAft>
              <a:buSzPts val="8000"/>
              <a:buFont typeface="Poppins SemiBold"/>
              <a:buNone/>
              <a:defRPr sz="8000" b="0">
                <a:latin typeface="Poppins SemiBold"/>
                <a:ea typeface="Poppins SemiBold"/>
                <a:cs typeface="Poppins SemiBold"/>
                <a:sym typeface="Poppins SemiBold"/>
              </a:defRPr>
            </a:lvl3pPr>
            <a:lvl4pPr lvl="3">
              <a:lnSpc>
                <a:spcPct val="115000"/>
              </a:lnSpc>
              <a:spcBef>
                <a:spcPts val="0"/>
              </a:spcBef>
              <a:spcAft>
                <a:spcPts val="0"/>
              </a:spcAft>
              <a:buSzPts val="8000"/>
              <a:buFont typeface="Poppins SemiBold"/>
              <a:buNone/>
              <a:defRPr sz="8000" b="0">
                <a:latin typeface="Poppins SemiBold"/>
                <a:ea typeface="Poppins SemiBold"/>
                <a:cs typeface="Poppins SemiBold"/>
                <a:sym typeface="Poppins SemiBold"/>
              </a:defRPr>
            </a:lvl4pPr>
            <a:lvl5pPr lvl="4">
              <a:lnSpc>
                <a:spcPct val="115000"/>
              </a:lnSpc>
              <a:spcBef>
                <a:spcPts val="0"/>
              </a:spcBef>
              <a:spcAft>
                <a:spcPts val="0"/>
              </a:spcAft>
              <a:buSzPts val="8000"/>
              <a:buFont typeface="Poppins SemiBold"/>
              <a:buNone/>
              <a:defRPr sz="8000" b="0">
                <a:latin typeface="Poppins SemiBold"/>
                <a:ea typeface="Poppins SemiBold"/>
                <a:cs typeface="Poppins SemiBold"/>
                <a:sym typeface="Poppins SemiBold"/>
              </a:defRPr>
            </a:lvl5pPr>
            <a:lvl6pPr lvl="5">
              <a:lnSpc>
                <a:spcPct val="115000"/>
              </a:lnSpc>
              <a:spcBef>
                <a:spcPts val="0"/>
              </a:spcBef>
              <a:spcAft>
                <a:spcPts val="0"/>
              </a:spcAft>
              <a:buSzPts val="8000"/>
              <a:buFont typeface="Poppins SemiBold"/>
              <a:buNone/>
              <a:defRPr sz="8000" b="0">
                <a:latin typeface="Poppins SemiBold"/>
                <a:ea typeface="Poppins SemiBold"/>
                <a:cs typeface="Poppins SemiBold"/>
                <a:sym typeface="Poppins SemiBold"/>
              </a:defRPr>
            </a:lvl6pPr>
            <a:lvl7pPr lvl="6">
              <a:lnSpc>
                <a:spcPct val="115000"/>
              </a:lnSpc>
              <a:spcBef>
                <a:spcPts val="0"/>
              </a:spcBef>
              <a:spcAft>
                <a:spcPts val="0"/>
              </a:spcAft>
              <a:buSzPts val="8000"/>
              <a:buFont typeface="Poppins SemiBold"/>
              <a:buNone/>
              <a:defRPr sz="8000" b="0">
                <a:latin typeface="Poppins SemiBold"/>
                <a:ea typeface="Poppins SemiBold"/>
                <a:cs typeface="Poppins SemiBold"/>
                <a:sym typeface="Poppins SemiBold"/>
              </a:defRPr>
            </a:lvl7pPr>
            <a:lvl8pPr lvl="7">
              <a:lnSpc>
                <a:spcPct val="115000"/>
              </a:lnSpc>
              <a:spcBef>
                <a:spcPts val="0"/>
              </a:spcBef>
              <a:spcAft>
                <a:spcPts val="0"/>
              </a:spcAft>
              <a:buSzPts val="8000"/>
              <a:buFont typeface="Poppins SemiBold"/>
              <a:buNone/>
              <a:defRPr sz="8000" b="0">
                <a:latin typeface="Poppins SemiBold"/>
                <a:ea typeface="Poppins SemiBold"/>
                <a:cs typeface="Poppins SemiBold"/>
                <a:sym typeface="Poppins SemiBold"/>
              </a:defRPr>
            </a:lvl8pPr>
            <a:lvl9pPr lvl="8">
              <a:lnSpc>
                <a:spcPct val="115000"/>
              </a:lnSpc>
              <a:spcBef>
                <a:spcPts val="0"/>
              </a:spcBef>
              <a:spcAft>
                <a:spcPts val="0"/>
              </a:spcAft>
              <a:buSzPts val="8000"/>
              <a:buFont typeface="Poppins SemiBold"/>
              <a:buNone/>
              <a:defRPr sz="8000" b="0">
                <a:latin typeface="Poppins SemiBold"/>
                <a:ea typeface="Poppins SemiBold"/>
                <a:cs typeface="Poppins SemiBold"/>
                <a:sym typeface="Poppins SemiBold"/>
              </a:defRPr>
            </a:lvl9pPr>
          </a:lstStyle>
          <a:p>
            <a:endParaRPr/>
          </a:p>
        </p:txBody>
      </p:sp>
      <p:sp>
        <p:nvSpPr>
          <p:cNvPr id="135" name="Google Shape;135;p20"/>
          <p:cNvSpPr txBox="1">
            <a:spLocks noGrp="1"/>
          </p:cNvSpPr>
          <p:nvPr>
            <p:ph type="subTitle" idx="1"/>
          </p:nvPr>
        </p:nvSpPr>
        <p:spPr>
          <a:xfrm>
            <a:off x="685800" y="8947300"/>
            <a:ext cx="8224500" cy="6537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1"/>
              </a:buClr>
              <a:buSzPts val="1800"/>
              <a:buFont typeface="Poppins SemiBold"/>
              <a:buNone/>
              <a:defRPr sz="1800">
                <a:solidFill>
                  <a:schemeClr val="dk1"/>
                </a:solidFill>
                <a:latin typeface="Poppins SemiBold"/>
                <a:ea typeface="Poppins SemiBold"/>
                <a:cs typeface="Poppins SemiBold"/>
                <a:sym typeface="Poppins SemiBold"/>
              </a:defRPr>
            </a:lvl1pPr>
            <a:lvl2pPr lvl="1">
              <a:spcBef>
                <a:spcPts val="0"/>
              </a:spcBef>
              <a:spcAft>
                <a:spcPts val="0"/>
              </a:spcAft>
              <a:buClr>
                <a:schemeClr val="dk1"/>
              </a:buClr>
              <a:buSzPts val="1800"/>
              <a:buFont typeface="Poppins SemiBold"/>
              <a:buNone/>
              <a:defRPr sz="1800">
                <a:solidFill>
                  <a:schemeClr val="dk1"/>
                </a:solidFill>
                <a:latin typeface="Poppins SemiBold"/>
                <a:ea typeface="Poppins SemiBold"/>
                <a:cs typeface="Poppins SemiBold"/>
                <a:sym typeface="Poppins SemiBold"/>
              </a:defRPr>
            </a:lvl2pPr>
            <a:lvl3pPr lvl="2">
              <a:spcBef>
                <a:spcPts val="0"/>
              </a:spcBef>
              <a:spcAft>
                <a:spcPts val="0"/>
              </a:spcAft>
              <a:buClr>
                <a:schemeClr val="dk1"/>
              </a:buClr>
              <a:buSzPts val="1800"/>
              <a:buFont typeface="Poppins SemiBold"/>
              <a:buNone/>
              <a:defRPr sz="1800">
                <a:solidFill>
                  <a:schemeClr val="dk1"/>
                </a:solidFill>
                <a:latin typeface="Poppins SemiBold"/>
                <a:ea typeface="Poppins SemiBold"/>
                <a:cs typeface="Poppins SemiBold"/>
                <a:sym typeface="Poppins SemiBold"/>
              </a:defRPr>
            </a:lvl3pPr>
            <a:lvl4pPr lvl="3">
              <a:spcBef>
                <a:spcPts val="0"/>
              </a:spcBef>
              <a:spcAft>
                <a:spcPts val="0"/>
              </a:spcAft>
              <a:buClr>
                <a:schemeClr val="dk1"/>
              </a:buClr>
              <a:buSzPts val="1800"/>
              <a:buFont typeface="Poppins SemiBold"/>
              <a:buNone/>
              <a:defRPr sz="1800">
                <a:solidFill>
                  <a:schemeClr val="dk1"/>
                </a:solidFill>
                <a:latin typeface="Poppins SemiBold"/>
                <a:ea typeface="Poppins SemiBold"/>
                <a:cs typeface="Poppins SemiBold"/>
                <a:sym typeface="Poppins SemiBold"/>
              </a:defRPr>
            </a:lvl4pPr>
            <a:lvl5pPr lvl="4">
              <a:spcBef>
                <a:spcPts val="0"/>
              </a:spcBef>
              <a:spcAft>
                <a:spcPts val="0"/>
              </a:spcAft>
              <a:buClr>
                <a:schemeClr val="dk1"/>
              </a:buClr>
              <a:buSzPts val="1800"/>
              <a:buFont typeface="Poppins SemiBold"/>
              <a:buNone/>
              <a:defRPr sz="1800">
                <a:solidFill>
                  <a:schemeClr val="dk1"/>
                </a:solidFill>
                <a:latin typeface="Poppins SemiBold"/>
                <a:ea typeface="Poppins SemiBold"/>
                <a:cs typeface="Poppins SemiBold"/>
                <a:sym typeface="Poppins SemiBold"/>
              </a:defRPr>
            </a:lvl5pPr>
            <a:lvl6pPr lvl="5">
              <a:spcBef>
                <a:spcPts val="0"/>
              </a:spcBef>
              <a:spcAft>
                <a:spcPts val="0"/>
              </a:spcAft>
              <a:buClr>
                <a:schemeClr val="dk1"/>
              </a:buClr>
              <a:buSzPts val="1800"/>
              <a:buFont typeface="Poppins SemiBold"/>
              <a:buNone/>
              <a:defRPr sz="1800">
                <a:solidFill>
                  <a:schemeClr val="dk1"/>
                </a:solidFill>
                <a:latin typeface="Poppins SemiBold"/>
                <a:ea typeface="Poppins SemiBold"/>
                <a:cs typeface="Poppins SemiBold"/>
                <a:sym typeface="Poppins SemiBold"/>
              </a:defRPr>
            </a:lvl6pPr>
            <a:lvl7pPr lvl="6">
              <a:spcBef>
                <a:spcPts val="0"/>
              </a:spcBef>
              <a:spcAft>
                <a:spcPts val="0"/>
              </a:spcAft>
              <a:buClr>
                <a:schemeClr val="dk1"/>
              </a:buClr>
              <a:buSzPts val="1800"/>
              <a:buFont typeface="Poppins SemiBold"/>
              <a:buNone/>
              <a:defRPr sz="1800">
                <a:solidFill>
                  <a:schemeClr val="dk1"/>
                </a:solidFill>
                <a:latin typeface="Poppins SemiBold"/>
                <a:ea typeface="Poppins SemiBold"/>
                <a:cs typeface="Poppins SemiBold"/>
                <a:sym typeface="Poppins SemiBold"/>
              </a:defRPr>
            </a:lvl7pPr>
            <a:lvl8pPr lvl="7">
              <a:spcBef>
                <a:spcPts val="0"/>
              </a:spcBef>
              <a:spcAft>
                <a:spcPts val="0"/>
              </a:spcAft>
              <a:buClr>
                <a:schemeClr val="dk1"/>
              </a:buClr>
              <a:buSzPts val="1800"/>
              <a:buFont typeface="Poppins SemiBold"/>
              <a:buNone/>
              <a:defRPr sz="1800">
                <a:solidFill>
                  <a:schemeClr val="dk1"/>
                </a:solidFill>
                <a:latin typeface="Poppins SemiBold"/>
                <a:ea typeface="Poppins SemiBold"/>
                <a:cs typeface="Poppins SemiBold"/>
                <a:sym typeface="Poppins SemiBold"/>
              </a:defRPr>
            </a:lvl8pPr>
            <a:lvl9pPr lvl="8">
              <a:spcBef>
                <a:spcPts val="0"/>
              </a:spcBef>
              <a:spcAft>
                <a:spcPts val="0"/>
              </a:spcAft>
              <a:buClr>
                <a:schemeClr val="dk1"/>
              </a:buClr>
              <a:buSzPts val="1800"/>
              <a:buFont typeface="Poppins SemiBold"/>
              <a:buNone/>
              <a:defRPr sz="1800">
                <a:solidFill>
                  <a:schemeClr val="dk1"/>
                </a:solidFill>
                <a:latin typeface="Poppins SemiBold"/>
                <a:ea typeface="Poppins SemiBold"/>
                <a:cs typeface="Poppins SemiBold"/>
                <a:sym typeface="Poppins SemiBold"/>
              </a:defRPr>
            </a:lvl9pPr>
          </a:lstStyle>
          <a:p>
            <a:endParaRPr/>
          </a:p>
        </p:txBody>
      </p:sp>
      <p:sp>
        <p:nvSpPr>
          <p:cNvPr id="136" name="Google Shape;136;p20"/>
          <p:cNvSpPr txBox="1">
            <a:spLocks noGrp="1"/>
          </p:cNvSpPr>
          <p:nvPr>
            <p:ph type="sldNum" idx="12"/>
          </p:nvPr>
        </p:nvSpPr>
        <p:spPr>
          <a:xfrm>
            <a:off x="16514400" y="345450"/>
            <a:ext cx="1097400" cy="284700"/>
          </a:xfrm>
          <a:prstGeom prst="rect">
            <a:avLst/>
          </a:prstGeom>
          <a:noFill/>
          <a:ln>
            <a:noFill/>
          </a:ln>
        </p:spPr>
        <p:txBody>
          <a:bodyPr spcFirstLastPara="1" wrap="square" lIns="0" tIns="0" rIns="0" bIns="0" anchor="ctr" anchorCtr="0">
            <a:noAutofit/>
          </a:bodyPr>
          <a:lstStyle>
            <a:lvl1pPr lvl="0" algn="r">
              <a:buNone/>
              <a:defRPr sz="1200">
                <a:solidFill>
                  <a:schemeClr val="dk1"/>
                </a:solidFill>
                <a:latin typeface="Poppins Light"/>
                <a:ea typeface="Poppins Light"/>
                <a:cs typeface="Poppins Light"/>
                <a:sym typeface="Poppins Light"/>
              </a:defRPr>
            </a:lvl1pPr>
            <a:lvl2pPr lvl="1" algn="r">
              <a:buNone/>
              <a:defRPr sz="1200">
                <a:solidFill>
                  <a:schemeClr val="dk1"/>
                </a:solidFill>
                <a:latin typeface="Poppins Light"/>
                <a:ea typeface="Poppins Light"/>
                <a:cs typeface="Poppins Light"/>
                <a:sym typeface="Poppins Light"/>
              </a:defRPr>
            </a:lvl2pPr>
            <a:lvl3pPr lvl="2" algn="r">
              <a:buNone/>
              <a:defRPr sz="1200">
                <a:solidFill>
                  <a:schemeClr val="dk1"/>
                </a:solidFill>
                <a:latin typeface="Poppins Light"/>
                <a:ea typeface="Poppins Light"/>
                <a:cs typeface="Poppins Light"/>
                <a:sym typeface="Poppins Light"/>
              </a:defRPr>
            </a:lvl3pPr>
            <a:lvl4pPr lvl="3" algn="r">
              <a:buNone/>
              <a:defRPr sz="1200">
                <a:solidFill>
                  <a:schemeClr val="dk1"/>
                </a:solidFill>
                <a:latin typeface="Poppins Light"/>
                <a:ea typeface="Poppins Light"/>
                <a:cs typeface="Poppins Light"/>
                <a:sym typeface="Poppins Light"/>
              </a:defRPr>
            </a:lvl4pPr>
            <a:lvl5pPr lvl="4" algn="r">
              <a:buNone/>
              <a:defRPr sz="1200">
                <a:solidFill>
                  <a:schemeClr val="dk1"/>
                </a:solidFill>
                <a:latin typeface="Poppins Light"/>
                <a:ea typeface="Poppins Light"/>
                <a:cs typeface="Poppins Light"/>
                <a:sym typeface="Poppins Light"/>
              </a:defRPr>
            </a:lvl5pPr>
            <a:lvl6pPr lvl="5" algn="r">
              <a:buNone/>
              <a:defRPr sz="1200">
                <a:solidFill>
                  <a:schemeClr val="dk1"/>
                </a:solidFill>
                <a:latin typeface="Poppins Light"/>
                <a:ea typeface="Poppins Light"/>
                <a:cs typeface="Poppins Light"/>
                <a:sym typeface="Poppins Light"/>
              </a:defRPr>
            </a:lvl6pPr>
            <a:lvl7pPr lvl="6" algn="r">
              <a:buNone/>
              <a:defRPr sz="1200">
                <a:solidFill>
                  <a:schemeClr val="dk1"/>
                </a:solidFill>
                <a:latin typeface="Poppins Light"/>
                <a:ea typeface="Poppins Light"/>
                <a:cs typeface="Poppins Light"/>
                <a:sym typeface="Poppins Light"/>
              </a:defRPr>
            </a:lvl7pPr>
            <a:lvl8pPr lvl="7" algn="r">
              <a:buNone/>
              <a:defRPr sz="1200">
                <a:solidFill>
                  <a:schemeClr val="dk1"/>
                </a:solidFill>
                <a:latin typeface="Poppins Light"/>
                <a:ea typeface="Poppins Light"/>
                <a:cs typeface="Poppins Light"/>
                <a:sym typeface="Poppins Light"/>
              </a:defRPr>
            </a:lvl8pPr>
            <a:lvl9pPr lvl="8" algn="r">
              <a:buNone/>
              <a:defRPr sz="1200">
                <a:solidFill>
                  <a:schemeClr val="dk1"/>
                </a:solidFill>
                <a:latin typeface="Poppins Light"/>
                <a:ea typeface="Poppins Light"/>
                <a:cs typeface="Poppins Light"/>
                <a:sym typeface="Poppins Light"/>
              </a:defRPr>
            </a:lvl9pPr>
          </a:lstStyle>
          <a:p>
            <a:pPr marL="0" lvl="0" indent="0" algn="r" rtl="0">
              <a:spcBef>
                <a:spcPts val="0"/>
              </a:spcBef>
              <a:spcAft>
                <a:spcPts val="0"/>
              </a:spcAft>
              <a:buNone/>
            </a:pPr>
            <a:fld id="{00000000-1234-1234-1234-123412341234}" type="slidenum">
              <a:rPr lang="en-US"/>
              <a:t>‹N°›</a:t>
            </a:fld>
            <a:endParaRPr/>
          </a:p>
        </p:txBody>
      </p:sp>
      <p:sp>
        <p:nvSpPr>
          <p:cNvPr id="137" name="Google Shape;137;p20"/>
          <p:cNvSpPr txBox="1">
            <a:spLocks noGrp="1"/>
          </p:cNvSpPr>
          <p:nvPr>
            <p:ph type="subTitle" idx="2"/>
          </p:nvPr>
        </p:nvSpPr>
        <p:spPr>
          <a:xfrm>
            <a:off x="12187250" y="345450"/>
            <a:ext cx="4929300" cy="284700"/>
          </a:xfrm>
          <a:prstGeom prst="rect">
            <a:avLst/>
          </a:prstGeom>
          <a:noFill/>
          <a:ln>
            <a:noFill/>
          </a:ln>
        </p:spPr>
        <p:txBody>
          <a:bodyPr spcFirstLastPara="1" wrap="square" lIns="0" tIns="0" rIns="0" bIns="0" anchor="ctr" anchorCtr="0">
            <a:noAutofit/>
          </a:bodyPr>
          <a:lstStyle>
            <a:lvl1pPr lvl="0" algn="r">
              <a:spcBef>
                <a:spcPts val="0"/>
              </a:spcBef>
              <a:spcAft>
                <a:spcPts val="0"/>
              </a:spcAft>
              <a:buClr>
                <a:schemeClr val="dk1"/>
              </a:buClr>
              <a:buSzPts val="1200"/>
              <a:buFont typeface="Poppins Light"/>
              <a:buNone/>
              <a:defRPr sz="1200">
                <a:solidFill>
                  <a:schemeClr val="dk1"/>
                </a:solidFill>
                <a:latin typeface="Poppins Light"/>
                <a:ea typeface="Poppins Light"/>
                <a:cs typeface="Poppins Light"/>
                <a:sym typeface="Poppins Light"/>
              </a:defRPr>
            </a:lvl1pPr>
            <a:lvl2pPr lvl="1">
              <a:spcBef>
                <a:spcPts val="0"/>
              </a:spcBef>
              <a:spcAft>
                <a:spcPts val="0"/>
              </a:spcAft>
              <a:buClr>
                <a:schemeClr val="dk1"/>
              </a:buClr>
              <a:buSzPts val="1200"/>
              <a:buFont typeface="Poppins Light"/>
              <a:buNone/>
              <a:defRPr sz="1200">
                <a:solidFill>
                  <a:schemeClr val="dk1"/>
                </a:solidFill>
                <a:latin typeface="Poppins Light"/>
                <a:ea typeface="Poppins Light"/>
                <a:cs typeface="Poppins Light"/>
                <a:sym typeface="Poppins Light"/>
              </a:defRPr>
            </a:lvl2pPr>
            <a:lvl3pPr lvl="2">
              <a:spcBef>
                <a:spcPts val="0"/>
              </a:spcBef>
              <a:spcAft>
                <a:spcPts val="0"/>
              </a:spcAft>
              <a:buClr>
                <a:schemeClr val="dk1"/>
              </a:buClr>
              <a:buSzPts val="1200"/>
              <a:buFont typeface="Poppins Light"/>
              <a:buNone/>
              <a:defRPr sz="1200">
                <a:solidFill>
                  <a:schemeClr val="dk1"/>
                </a:solidFill>
                <a:latin typeface="Poppins Light"/>
                <a:ea typeface="Poppins Light"/>
                <a:cs typeface="Poppins Light"/>
                <a:sym typeface="Poppins Light"/>
              </a:defRPr>
            </a:lvl3pPr>
            <a:lvl4pPr lvl="3">
              <a:spcBef>
                <a:spcPts val="0"/>
              </a:spcBef>
              <a:spcAft>
                <a:spcPts val="0"/>
              </a:spcAft>
              <a:buClr>
                <a:schemeClr val="dk1"/>
              </a:buClr>
              <a:buSzPts val="1200"/>
              <a:buFont typeface="Poppins Light"/>
              <a:buNone/>
              <a:defRPr sz="1200">
                <a:solidFill>
                  <a:schemeClr val="dk1"/>
                </a:solidFill>
                <a:latin typeface="Poppins Light"/>
                <a:ea typeface="Poppins Light"/>
                <a:cs typeface="Poppins Light"/>
                <a:sym typeface="Poppins Light"/>
              </a:defRPr>
            </a:lvl4pPr>
            <a:lvl5pPr lvl="4">
              <a:spcBef>
                <a:spcPts val="0"/>
              </a:spcBef>
              <a:spcAft>
                <a:spcPts val="0"/>
              </a:spcAft>
              <a:buClr>
                <a:schemeClr val="dk1"/>
              </a:buClr>
              <a:buSzPts val="1200"/>
              <a:buFont typeface="Poppins Light"/>
              <a:buNone/>
              <a:defRPr sz="1200">
                <a:solidFill>
                  <a:schemeClr val="dk1"/>
                </a:solidFill>
                <a:latin typeface="Poppins Light"/>
                <a:ea typeface="Poppins Light"/>
                <a:cs typeface="Poppins Light"/>
                <a:sym typeface="Poppins Light"/>
              </a:defRPr>
            </a:lvl5pPr>
            <a:lvl6pPr lvl="5">
              <a:spcBef>
                <a:spcPts val="0"/>
              </a:spcBef>
              <a:spcAft>
                <a:spcPts val="0"/>
              </a:spcAft>
              <a:buClr>
                <a:schemeClr val="dk1"/>
              </a:buClr>
              <a:buSzPts val="1200"/>
              <a:buFont typeface="Poppins Light"/>
              <a:buNone/>
              <a:defRPr sz="1200">
                <a:solidFill>
                  <a:schemeClr val="dk1"/>
                </a:solidFill>
                <a:latin typeface="Poppins Light"/>
                <a:ea typeface="Poppins Light"/>
                <a:cs typeface="Poppins Light"/>
                <a:sym typeface="Poppins Light"/>
              </a:defRPr>
            </a:lvl6pPr>
            <a:lvl7pPr lvl="6">
              <a:spcBef>
                <a:spcPts val="0"/>
              </a:spcBef>
              <a:spcAft>
                <a:spcPts val="0"/>
              </a:spcAft>
              <a:buClr>
                <a:schemeClr val="dk1"/>
              </a:buClr>
              <a:buSzPts val="1200"/>
              <a:buFont typeface="Poppins Light"/>
              <a:buNone/>
              <a:defRPr sz="1200">
                <a:solidFill>
                  <a:schemeClr val="dk1"/>
                </a:solidFill>
                <a:latin typeface="Poppins Light"/>
                <a:ea typeface="Poppins Light"/>
                <a:cs typeface="Poppins Light"/>
                <a:sym typeface="Poppins Light"/>
              </a:defRPr>
            </a:lvl7pPr>
            <a:lvl8pPr lvl="7">
              <a:spcBef>
                <a:spcPts val="0"/>
              </a:spcBef>
              <a:spcAft>
                <a:spcPts val="0"/>
              </a:spcAft>
              <a:buClr>
                <a:schemeClr val="dk1"/>
              </a:buClr>
              <a:buSzPts val="1200"/>
              <a:buFont typeface="Poppins Light"/>
              <a:buNone/>
              <a:defRPr sz="1200">
                <a:solidFill>
                  <a:schemeClr val="dk1"/>
                </a:solidFill>
                <a:latin typeface="Poppins Light"/>
                <a:ea typeface="Poppins Light"/>
                <a:cs typeface="Poppins Light"/>
                <a:sym typeface="Poppins Light"/>
              </a:defRPr>
            </a:lvl8pPr>
            <a:lvl9pPr lvl="8">
              <a:spcBef>
                <a:spcPts val="0"/>
              </a:spcBef>
              <a:spcAft>
                <a:spcPts val="0"/>
              </a:spcAft>
              <a:buClr>
                <a:schemeClr val="dk1"/>
              </a:buClr>
              <a:buSzPts val="1200"/>
              <a:buFont typeface="Poppins Light"/>
              <a:buNone/>
              <a:defRPr sz="1200">
                <a:solidFill>
                  <a:schemeClr val="dk1"/>
                </a:solidFill>
                <a:latin typeface="Poppins Light"/>
                <a:ea typeface="Poppins Light"/>
                <a:cs typeface="Poppins Light"/>
                <a:sym typeface="Poppins Light"/>
              </a:defRPr>
            </a:lvl9pPr>
          </a:lstStyle>
          <a:p>
            <a:endParaRPr/>
          </a:p>
        </p:txBody>
      </p:sp>
      <p:sp>
        <p:nvSpPr>
          <p:cNvPr id="138" name="Google Shape;138;p20"/>
          <p:cNvSpPr/>
          <p:nvPr/>
        </p:nvSpPr>
        <p:spPr>
          <a:xfrm>
            <a:off x="685792" y="345496"/>
            <a:ext cx="285800" cy="284620"/>
          </a:xfrm>
          <a:custGeom>
            <a:avLst/>
            <a:gdLst/>
            <a:ahLst/>
            <a:cxnLst/>
            <a:rect l="l" t="t" r="r" b="b"/>
            <a:pathLst>
              <a:path w="631602" h="628994" extrusionOk="0">
                <a:moveTo>
                  <a:pt x="307919" y="123061"/>
                </a:moveTo>
                <a:lnTo>
                  <a:pt x="323948" y="123061"/>
                </a:lnTo>
                <a:lnTo>
                  <a:pt x="324034" y="124369"/>
                </a:lnTo>
                <a:cubicBezTo>
                  <a:pt x="324738" y="134737"/>
                  <a:pt x="325213" y="145237"/>
                  <a:pt x="325698" y="155955"/>
                </a:cubicBezTo>
                <a:cubicBezTo>
                  <a:pt x="325917" y="161270"/>
                  <a:pt x="326174" y="166586"/>
                  <a:pt x="326440" y="171902"/>
                </a:cubicBezTo>
                <a:lnTo>
                  <a:pt x="327753" y="219435"/>
                </a:lnTo>
                <a:cubicBezTo>
                  <a:pt x="328581" y="248407"/>
                  <a:pt x="328714" y="277163"/>
                  <a:pt x="328714" y="301648"/>
                </a:cubicBezTo>
                <a:cubicBezTo>
                  <a:pt x="361866" y="301866"/>
                  <a:pt x="387379" y="302258"/>
                  <a:pt x="411265" y="302955"/>
                </a:cubicBezTo>
                <a:lnTo>
                  <a:pt x="459276" y="304262"/>
                </a:lnTo>
                <a:cubicBezTo>
                  <a:pt x="464651" y="304524"/>
                  <a:pt x="469978" y="304785"/>
                  <a:pt x="475305" y="305002"/>
                </a:cubicBezTo>
                <a:lnTo>
                  <a:pt x="475572" y="304915"/>
                </a:lnTo>
                <a:cubicBezTo>
                  <a:pt x="485703" y="305307"/>
                  <a:pt x="496490" y="305787"/>
                  <a:pt x="507287" y="306571"/>
                </a:cubicBezTo>
                <a:lnTo>
                  <a:pt x="508590" y="306658"/>
                </a:lnTo>
                <a:lnTo>
                  <a:pt x="508590" y="321515"/>
                </a:lnTo>
                <a:lnTo>
                  <a:pt x="507287" y="321602"/>
                </a:lnTo>
                <a:cubicBezTo>
                  <a:pt x="496842" y="322343"/>
                  <a:pt x="486321" y="322823"/>
                  <a:pt x="475572" y="323301"/>
                </a:cubicBezTo>
                <a:lnTo>
                  <a:pt x="474915" y="323301"/>
                </a:lnTo>
                <a:cubicBezTo>
                  <a:pt x="469807" y="323519"/>
                  <a:pt x="464689" y="323737"/>
                  <a:pt x="459581" y="323999"/>
                </a:cubicBezTo>
                <a:lnTo>
                  <a:pt x="411884" y="325480"/>
                </a:lnTo>
                <a:cubicBezTo>
                  <a:pt x="400744" y="325915"/>
                  <a:pt x="389386" y="326090"/>
                  <a:pt x="378247" y="326220"/>
                </a:cubicBezTo>
                <a:cubicBezTo>
                  <a:pt x="389776" y="331144"/>
                  <a:pt x="399650" y="335457"/>
                  <a:pt x="409002" y="339683"/>
                </a:cubicBezTo>
                <a:lnTo>
                  <a:pt x="452332" y="359071"/>
                </a:lnTo>
                <a:cubicBezTo>
                  <a:pt x="457136" y="361380"/>
                  <a:pt x="461940" y="363646"/>
                  <a:pt x="466744" y="365824"/>
                </a:cubicBezTo>
                <a:lnTo>
                  <a:pt x="468009" y="366434"/>
                </a:lnTo>
                <a:cubicBezTo>
                  <a:pt x="477056" y="370661"/>
                  <a:pt x="486407" y="375017"/>
                  <a:pt x="495491" y="379591"/>
                </a:cubicBezTo>
                <a:lnTo>
                  <a:pt x="496671" y="380201"/>
                </a:lnTo>
                <a:lnTo>
                  <a:pt x="490906" y="393838"/>
                </a:lnTo>
                <a:lnTo>
                  <a:pt x="489679" y="393447"/>
                </a:lnTo>
                <a:cubicBezTo>
                  <a:pt x="480461" y="390441"/>
                  <a:pt x="471681" y="387304"/>
                  <a:pt x="461198" y="383513"/>
                </a:cubicBezTo>
                <a:cubicBezTo>
                  <a:pt x="455738" y="381552"/>
                  <a:pt x="450192" y="379548"/>
                  <a:pt x="444646" y="377632"/>
                </a:cubicBezTo>
                <a:lnTo>
                  <a:pt x="400002" y="360857"/>
                </a:lnTo>
                <a:cubicBezTo>
                  <a:pt x="392050" y="357851"/>
                  <a:pt x="384145" y="354758"/>
                  <a:pt x="376240" y="351621"/>
                </a:cubicBezTo>
                <a:cubicBezTo>
                  <a:pt x="373662" y="350619"/>
                  <a:pt x="371084" y="349573"/>
                  <a:pt x="368506" y="348571"/>
                </a:cubicBezTo>
                <a:lnTo>
                  <a:pt x="370998" y="351142"/>
                </a:lnTo>
                <a:cubicBezTo>
                  <a:pt x="377372" y="357720"/>
                  <a:pt x="384801" y="365344"/>
                  <a:pt x="391879" y="372882"/>
                </a:cubicBezTo>
                <a:lnTo>
                  <a:pt x="424545" y="407562"/>
                </a:lnTo>
                <a:cubicBezTo>
                  <a:pt x="427608" y="410961"/>
                  <a:pt x="430662" y="414316"/>
                  <a:pt x="433725" y="417627"/>
                </a:cubicBezTo>
                <a:lnTo>
                  <a:pt x="434772" y="418803"/>
                </a:lnTo>
                <a:cubicBezTo>
                  <a:pt x="441887" y="426602"/>
                  <a:pt x="449269" y="434706"/>
                  <a:pt x="456394" y="442897"/>
                </a:cubicBezTo>
                <a:lnTo>
                  <a:pt x="457269" y="443899"/>
                </a:lnTo>
                <a:lnTo>
                  <a:pt x="446739" y="454355"/>
                </a:lnTo>
                <a:lnTo>
                  <a:pt x="445740" y="453527"/>
                </a:lnTo>
                <a:cubicBezTo>
                  <a:pt x="436864" y="445946"/>
                  <a:pt x="428179" y="438104"/>
                  <a:pt x="420835" y="431395"/>
                </a:cubicBezTo>
                <a:cubicBezTo>
                  <a:pt x="417297" y="428171"/>
                  <a:pt x="413758" y="424947"/>
                  <a:pt x="410219" y="421766"/>
                </a:cubicBezTo>
                <a:lnTo>
                  <a:pt x="375364" y="389220"/>
                </a:lnTo>
                <a:cubicBezTo>
                  <a:pt x="368116" y="382467"/>
                  <a:pt x="360819" y="375453"/>
                  <a:pt x="353780" y="368656"/>
                </a:cubicBezTo>
                <a:lnTo>
                  <a:pt x="351116" y="366086"/>
                </a:lnTo>
                <a:cubicBezTo>
                  <a:pt x="355007" y="375714"/>
                  <a:pt x="359022" y="385996"/>
                  <a:pt x="363302" y="397324"/>
                </a:cubicBezTo>
                <a:lnTo>
                  <a:pt x="380121" y="441721"/>
                </a:lnTo>
                <a:cubicBezTo>
                  <a:pt x="381652" y="446165"/>
                  <a:pt x="383222" y="450565"/>
                  <a:pt x="384801" y="454922"/>
                </a:cubicBezTo>
                <a:lnTo>
                  <a:pt x="386856" y="460716"/>
                </a:lnTo>
                <a:cubicBezTo>
                  <a:pt x="389862" y="469169"/>
                  <a:pt x="393011" y="477969"/>
                  <a:pt x="395941" y="486683"/>
                </a:cubicBezTo>
                <a:lnTo>
                  <a:pt x="396378" y="487946"/>
                </a:lnTo>
                <a:lnTo>
                  <a:pt x="382661" y="493698"/>
                </a:lnTo>
                <a:lnTo>
                  <a:pt x="382042" y="492521"/>
                </a:lnTo>
                <a:cubicBezTo>
                  <a:pt x="377419" y="483416"/>
                  <a:pt x="373043" y="474179"/>
                  <a:pt x="368239" y="463897"/>
                </a:cubicBezTo>
                <a:cubicBezTo>
                  <a:pt x="366013" y="459104"/>
                  <a:pt x="363740" y="454312"/>
                  <a:pt x="361476" y="449563"/>
                </a:cubicBezTo>
                <a:lnTo>
                  <a:pt x="341861" y="406256"/>
                </a:lnTo>
                <a:cubicBezTo>
                  <a:pt x="337447" y="396540"/>
                  <a:pt x="333299" y="386912"/>
                  <a:pt x="329237" y="377632"/>
                </a:cubicBezTo>
                <a:lnTo>
                  <a:pt x="328362" y="375584"/>
                </a:lnTo>
                <a:cubicBezTo>
                  <a:pt x="328181" y="386824"/>
                  <a:pt x="328010" y="398108"/>
                  <a:pt x="327620" y="409131"/>
                </a:cubicBezTo>
                <a:lnTo>
                  <a:pt x="326136" y="456621"/>
                </a:lnTo>
                <a:cubicBezTo>
                  <a:pt x="325870" y="461936"/>
                  <a:pt x="325613" y="467251"/>
                  <a:pt x="325394" y="472566"/>
                </a:cubicBezTo>
                <a:cubicBezTo>
                  <a:pt x="324956" y="483198"/>
                  <a:pt x="324519" y="493611"/>
                  <a:pt x="323729" y="504154"/>
                </a:cubicBezTo>
                <a:lnTo>
                  <a:pt x="323644" y="505461"/>
                </a:lnTo>
                <a:lnTo>
                  <a:pt x="308747" y="505461"/>
                </a:lnTo>
                <a:lnTo>
                  <a:pt x="308661" y="504154"/>
                </a:lnTo>
                <a:cubicBezTo>
                  <a:pt x="307957" y="493959"/>
                  <a:pt x="307481" y="483807"/>
                  <a:pt x="306996" y="472566"/>
                </a:cubicBezTo>
                <a:cubicBezTo>
                  <a:pt x="306778" y="467251"/>
                  <a:pt x="306521" y="461936"/>
                  <a:pt x="306254" y="456621"/>
                </a:cubicBezTo>
                <a:lnTo>
                  <a:pt x="304770" y="409088"/>
                </a:lnTo>
                <a:cubicBezTo>
                  <a:pt x="303810" y="381684"/>
                  <a:pt x="303638" y="353799"/>
                  <a:pt x="303458" y="326830"/>
                </a:cubicBezTo>
                <a:lnTo>
                  <a:pt x="290920" y="326830"/>
                </a:lnTo>
                <a:cubicBezTo>
                  <a:pt x="267947" y="326700"/>
                  <a:pt x="244231" y="326613"/>
                  <a:pt x="220944" y="325915"/>
                </a:cubicBezTo>
                <a:lnTo>
                  <a:pt x="173247" y="324609"/>
                </a:lnTo>
                <a:cubicBezTo>
                  <a:pt x="167873" y="324347"/>
                  <a:pt x="162545" y="324086"/>
                  <a:pt x="157209" y="323868"/>
                </a:cubicBezTo>
                <a:cubicBezTo>
                  <a:pt x="147030" y="323432"/>
                  <a:pt x="136157" y="322996"/>
                  <a:pt x="125503" y="322212"/>
                </a:cubicBezTo>
                <a:lnTo>
                  <a:pt x="124190" y="322125"/>
                </a:lnTo>
                <a:lnTo>
                  <a:pt x="124190" y="306092"/>
                </a:lnTo>
                <a:lnTo>
                  <a:pt x="125503" y="306005"/>
                </a:lnTo>
                <a:cubicBezTo>
                  <a:pt x="135853" y="305307"/>
                  <a:pt x="145984" y="304829"/>
                  <a:pt x="157209" y="304349"/>
                </a:cubicBezTo>
                <a:cubicBezTo>
                  <a:pt x="162545" y="304131"/>
                  <a:pt x="167873" y="303870"/>
                  <a:pt x="173200" y="303609"/>
                </a:cubicBezTo>
                <a:lnTo>
                  <a:pt x="220944" y="302301"/>
                </a:lnTo>
                <a:cubicBezTo>
                  <a:pt x="231779" y="302040"/>
                  <a:pt x="242738" y="301866"/>
                  <a:pt x="253620" y="301735"/>
                </a:cubicBezTo>
                <a:lnTo>
                  <a:pt x="249206" y="299862"/>
                </a:lnTo>
                <a:cubicBezTo>
                  <a:pt x="241035" y="296376"/>
                  <a:pt x="232350" y="292673"/>
                  <a:pt x="223655" y="288752"/>
                </a:cubicBezTo>
                <a:lnTo>
                  <a:pt x="175559" y="267273"/>
                </a:lnTo>
                <a:cubicBezTo>
                  <a:pt x="171754" y="265530"/>
                  <a:pt x="167958" y="263744"/>
                  <a:pt x="164153" y="262001"/>
                </a:cubicBezTo>
                <a:lnTo>
                  <a:pt x="162764" y="261348"/>
                </a:lnTo>
                <a:cubicBezTo>
                  <a:pt x="154241" y="257426"/>
                  <a:pt x="145422" y="253374"/>
                  <a:pt x="136899" y="249060"/>
                </a:cubicBezTo>
                <a:lnTo>
                  <a:pt x="135719" y="248451"/>
                </a:lnTo>
                <a:lnTo>
                  <a:pt x="141969" y="233638"/>
                </a:lnTo>
                <a:lnTo>
                  <a:pt x="143234" y="234073"/>
                </a:lnTo>
                <a:cubicBezTo>
                  <a:pt x="153889" y="237646"/>
                  <a:pt x="164638" y="241524"/>
                  <a:pt x="175036" y="245270"/>
                </a:cubicBezTo>
                <a:lnTo>
                  <a:pt x="188182" y="250020"/>
                </a:lnTo>
                <a:lnTo>
                  <a:pt x="232873" y="266836"/>
                </a:lnTo>
                <a:cubicBezTo>
                  <a:pt x="242091" y="270410"/>
                  <a:pt x="251261" y="274069"/>
                  <a:pt x="260431" y="277729"/>
                </a:cubicBezTo>
                <a:lnTo>
                  <a:pt x="262971" y="278731"/>
                </a:lnTo>
                <a:cubicBezTo>
                  <a:pt x="256331" y="272109"/>
                  <a:pt x="249206" y="264745"/>
                  <a:pt x="240474" y="255596"/>
                </a:cubicBezTo>
                <a:lnTo>
                  <a:pt x="207626" y="221090"/>
                </a:lnTo>
                <a:cubicBezTo>
                  <a:pt x="203165" y="216123"/>
                  <a:pt x="198713" y="211244"/>
                  <a:pt x="194251" y="206407"/>
                </a:cubicBezTo>
                <a:cubicBezTo>
                  <a:pt x="187526" y="199088"/>
                  <a:pt x="181457" y="192509"/>
                  <a:pt x="175559" y="185712"/>
                </a:cubicBezTo>
                <a:lnTo>
                  <a:pt x="174684" y="184711"/>
                </a:lnTo>
                <a:lnTo>
                  <a:pt x="186042" y="173426"/>
                </a:lnTo>
                <a:lnTo>
                  <a:pt x="187050" y="174298"/>
                </a:lnTo>
                <a:cubicBezTo>
                  <a:pt x="194736" y="180920"/>
                  <a:pt x="201985" y="187499"/>
                  <a:pt x="210680" y="195428"/>
                </a:cubicBezTo>
                <a:cubicBezTo>
                  <a:pt x="214609" y="199045"/>
                  <a:pt x="218547" y="202617"/>
                  <a:pt x="222514" y="206189"/>
                </a:cubicBezTo>
                <a:lnTo>
                  <a:pt x="257159" y="238910"/>
                </a:lnTo>
                <a:cubicBezTo>
                  <a:pt x="261525" y="243179"/>
                  <a:pt x="265939" y="247449"/>
                  <a:pt x="270306" y="251675"/>
                </a:cubicBezTo>
                <a:cubicBezTo>
                  <a:pt x="273711" y="254943"/>
                  <a:pt x="277117" y="258254"/>
                  <a:pt x="280484" y="261521"/>
                </a:cubicBezTo>
                <a:cubicBezTo>
                  <a:pt x="275937" y="250368"/>
                  <a:pt x="272094" y="240653"/>
                  <a:pt x="268470" y="231372"/>
                </a:cubicBezTo>
                <a:lnTo>
                  <a:pt x="251480" y="186976"/>
                </a:lnTo>
                <a:cubicBezTo>
                  <a:pt x="249910" y="182619"/>
                  <a:pt x="248331" y="178306"/>
                  <a:pt x="246762" y="174036"/>
                </a:cubicBezTo>
                <a:lnTo>
                  <a:pt x="246590" y="173513"/>
                </a:lnTo>
                <a:cubicBezTo>
                  <a:pt x="242871" y="163275"/>
                  <a:pt x="238990" y="152688"/>
                  <a:pt x="235451" y="142188"/>
                </a:cubicBezTo>
                <a:lnTo>
                  <a:pt x="235013" y="140924"/>
                </a:lnTo>
                <a:lnTo>
                  <a:pt x="249910" y="134694"/>
                </a:lnTo>
                <a:lnTo>
                  <a:pt x="250472" y="135914"/>
                </a:lnTo>
                <a:cubicBezTo>
                  <a:pt x="255104" y="145455"/>
                  <a:pt x="259651" y="155040"/>
                  <a:pt x="263057" y="162360"/>
                </a:cubicBezTo>
                <a:lnTo>
                  <a:pt x="265939" y="168503"/>
                </a:lnTo>
                <a:cubicBezTo>
                  <a:pt x="267595" y="171945"/>
                  <a:pt x="269212" y="175430"/>
                  <a:pt x="270876" y="178873"/>
                </a:cubicBezTo>
                <a:lnTo>
                  <a:pt x="290311" y="222179"/>
                </a:lnTo>
                <a:cubicBezTo>
                  <a:pt x="294202" y="230719"/>
                  <a:pt x="297874" y="239302"/>
                  <a:pt x="301450" y="247624"/>
                </a:cubicBezTo>
                <a:lnTo>
                  <a:pt x="303372" y="252024"/>
                </a:lnTo>
                <a:cubicBezTo>
                  <a:pt x="303505" y="241175"/>
                  <a:pt x="303676" y="230283"/>
                  <a:pt x="303943" y="219478"/>
                </a:cubicBezTo>
                <a:lnTo>
                  <a:pt x="305427" y="171902"/>
                </a:lnTo>
                <a:cubicBezTo>
                  <a:pt x="305693" y="166586"/>
                  <a:pt x="305950" y="161270"/>
                  <a:pt x="306169" y="155955"/>
                </a:cubicBezTo>
                <a:cubicBezTo>
                  <a:pt x="306559" y="145847"/>
                  <a:pt x="307044" y="135042"/>
                  <a:pt x="307833" y="124369"/>
                </a:cubicBezTo>
                <a:close/>
                <a:moveTo>
                  <a:pt x="315776" y="36638"/>
                </a:moveTo>
                <a:cubicBezTo>
                  <a:pt x="241301" y="36725"/>
                  <a:pt x="171240" y="65654"/>
                  <a:pt x="118558" y="118110"/>
                </a:cubicBezTo>
                <a:cubicBezTo>
                  <a:pt x="65877" y="170567"/>
                  <a:pt x="36824" y="240320"/>
                  <a:pt x="36736" y="314517"/>
                </a:cubicBezTo>
                <a:cubicBezTo>
                  <a:pt x="36736" y="369675"/>
                  <a:pt x="53035" y="423090"/>
                  <a:pt x="83780" y="468923"/>
                </a:cubicBezTo>
                <a:cubicBezTo>
                  <a:pt x="114534" y="514758"/>
                  <a:pt x="157865" y="550179"/>
                  <a:pt x="209024" y="571266"/>
                </a:cubicBezTo>
                <a:cubicBezTo>
                  <a:pt x="260174" y="592353"/>
                  <a:pt x="315910" y="597843"/>
                  <a:pt x="370256" y="587081"/>
                </a:cubicBezTo>
                <a:cubicBezTo>
                  <a:pt x="424555" y="576320"/>
                  <a:pt x="473954" y="550005"/>
                  <a:pt x="513137" y="511011"/>
                </a:cubicBezTo>
                <a:cubicBezTo>
                  <a:pt x="552282" y="472017"/>
                  <a:pt x="578709" y="422785"/>
                  <a:pt x="589496" y="368716"/>
                </a:cubicBezTo>
                <a:cubicBezTo>
                  <a:pt x="600284" y="314648"/>
                  <a:pt x="594785" y="259098"/>
                  <a:pt x="573591" y="208166"/>
                </a:cubicBezTo>
                <a:cubicBezTo>
                  <a:pt x="552406" y="157235"/>
                  <a:pt x="516847" y="114103"/>
                  <a:pt x="470806" y="83474"/>
                </a:cubicBezTo>
                <a:cubicBezTo>
                  <a:pt x="424773" y="52845"/>
                  <a:pt x="371169" y="36638"/>
                  <a:pt x="315776" y="36638"/>
                </a:cubicBezTo>
                <a:close/>
                <a:moveTo>
                  <a:pt x="284825" y="1500"/>
                </a:moveTo>
                <a:cubicBezTo>
                  <a:pt x="315518" y="-1507"/>
                  <a:pt x="346665" y="-4"/>
                  <a:pt x="377419" y="6096"/>
                </a:cubicBezTo>
                <a:cubicBezTo>
                  <a:pt x="438881" y="18252"/>
                  <a:pt x="494787" y="48009"/>
                  <a:pt x="539088" y="92144"/>
                </a:cubicBezTo>
                <a:lnTo>
                  <a:pt x="539040" y="92187"/>
                </a:lnTo>
                <a:cubicBezTo>
                  <a:pt x="583379" y="136322"/>
                  <a:pt x="613259" y="192003"/>
                  <a:pt x="625492" y="253216"/>
                </a:cubicBezTo>
                <a:cubicBezTo>
                  <a:pt x="637726" y="314430"/>
                  <a:pt x="631514" y="377256"/>
                  <a:pt x="607532" y="434897"/>
                </a:cubicBezTo>
                <a:cubicBezTo>
                  <a:pt x="583551" y="492537"/>
                  <a:pt x="543321" y="541334"/>
                  <a:pt x="491210" y="576015"/>
                </a:cubicBezTo>
                <a:cubicBezTo>
                  <a:pt x="439100" y="610652"/>
                  <a:pt x="378465" y="628994"/>
                  <a:pt x="315776" y="628994"/>
                </a:cubicBezTo>
                <a:cubicBezTo>
                  <a:pt x="231474" y="628863"/>
                  <a:pt x="152233" y="596143"/>
                  <a:pt x="92607" y="536760"/>
                </a:cubicBezTo>
                <a:cubicBezTo>
                  <a:pt x="32980" y="477419"/>
                  <a:pt x="88" y="398474"/>
                  <a:pt x="0" y="314517"/>
                </a:cubicBezTo>
                <a:cubicBezTo>
                  <a:pt x="0" y="252083"/>
                  <a:pt x="18390" y="191698"/>
                  <a:pt x="53253" y="139765"/>
                </a:cubicBezTo>
                <a:cubicBezTo>
                  <a:pt x="88060" y="87874"/>
                  <a:pt x="137080" y="47835"/>
                  <a:pt x="194955" y="23959"/>
                </a:cubicBezTo>
                <a:cubicBezTo>
                  <a:pt x="223893" y="12021"/>
                  <a:pt x="254132" y="4506"/>
                  <a:pt x="284825" y="1500"/>
                </a:cubicBezTo>
                <a:close/>
              </a:path>
            </a:pathLst>
          </a:custGeom>
          <a:solidFill>
            <a:schemeClr val="dk1"/>
          </a:solidFill>
          <a:ln>
            <a:noFill/>
          </a:ln>
        </p:spPr>
        <p:txBody>
          <a:bodyPr spcFirstLastPara="1" wrap="square" lIns="141675" tIns="70825" rIns="141675" bIns="70825" anchor="ctr" anchorCtr="0">
            <a:noAutofit/>
          </a:bodyPr>
          <a:lstStyle/>
          <a:p>
            <a:pPr marL="0" marR="0" lvl="0" indent="0" algn="l" rtl="0">
              <a:lnSpc>
                <a:spcPct val="100000"/>
              </a:lnSpc>
              <a:spcBef>
                <a:spcPts val="0"/>
              </a:spcBef>
              <a:spcAft>
                <a:spcPts val="0"/>
              </a:spcAft>
              <a:buNone/>
            </a:pPr>
            <a:endParaRPr sz="217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tatement with spark outline - Dark">
  <p:cSld name="Breaker_Denim_1_1_1_2_2_1_1_1_2_2_1">
    <p:bg>
      <p:bgPr>
        <a:solidFill>
          <a:schemeClr val="dk1"/>
        </a:solidFill>
        <a:effectLst/>
      </p:bgPr>
    </p:bg>
    <p:spTree>
      <p:nvGrpSpPr>
        <p:cNvPr id="1" name="Shape 139"/>
        <p:cNvGrpSpPr/>
        <p:nvPr/>
      </p:nvGrpSpPr>
      <p:grpSpPr>
        <a:xfrm>
          <a:off x="0" y="0"/>
          <a:ext cx="0" cy="0"/>
          <a:chOff x="0" y="0"/>
          <a:chExt cx="0" cy="0"/>
        </a:xfrm>
      </p:grpSpPr>
      <p:sp>
        <p:nvSpPr>
          <p:cNvPr id="140" name="Google Shape;140;p21"/>
          <p:cNvSpPr txBox="1">
            <a:spLocks noGrp="1"/>
          </p:cNvSpPr>
          <p:nvPr>
            <p:ph type="title"/>
          </p:nvPr>
        </p:nvSpPr>
        <p:spPr>
          <a:xfrm>
            <a:off x="685800" y="630200"/>
            <a:ext cx="6636600" cy="849600"/>
          </a:xfrm>
          <a:prstGeom prst="rect">
            <a:avLst/>
          </a:prstGeom>
          <a:noFill/>
          <a:ln>
            <a:noFill/>
          </a:ln>
        </p:spPr>
        <p:txBody>
          <a:bodyPr spcFirstLastPara="1" wrap="square" lIns="0" tIns="0" rIns="91425" bIns="0" anchor="t" anchorCtr="0">
            <a:noAutofit/>
          </a:bodyPr>
          <a:lstStyle>
            <a:lvl1pPr marR="0" lvl="0" algn="l">
              <a:lnSpc>
                <a:spcPct val="100000"/>
              </a:lnSpc>
              <a:spcBef>
                <a:spcPts val="0"/>
              </a:spcBef>
              <a:spcAft>
                <a:spcPts val="0"/>
              </a:spcAft>
              <a:buClr>
                <a:schemeClr val="lt1"/>
              </a:buClr>
              <a:buSzPts val="2400"/>
              <a:buFont typeface="Poppins SemiBold"/>
              <a:buNone/>
              <a:defRPr sz="2400" u="none" strike="noStrike" cap="none">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2400"/>
              <a:buFont typeface="Poppins SemiBold"/>
              <a:buNone/>
              <a:defRPr sz="24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2400"/>
              <a:buFont typeface="Poppins SemiBold"/>
              <a:buNone/>
              <a:defRPr sz="24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2400"/>
              <a:buFont typeface="Poppins SemiBold"/>
              <a:buNone/>
              <a:defRPr sz="24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2400"/>
              <a:buFont typeface="Poppins SemiBold"/>
              <a:buNone/>
              <a:defRPr sz="24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2400"/>
              <a:buFont typeface="Poppins SemiBold"/>
              <a:buNone/>
              <a:defRPr sz="24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2400"/>
              <a:buFont typeface="Poppins SemiBold"/>
              <a:buNone/>
              <a:defRPr sz="24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2400"/>
              <a:buFont typeface="Poppins SemiBold"/>
              <a:buNone/>
              <a:defRPr sz="24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2400"/>
              <a:buFont typeface="Poppins SemiBold"/>
              <a:buNone/>
              <a:defRPr sz="2400">
                <a:solidFill>
                  <a:schemeClr val="lt1"/>
                </a:solidFill>
                <a:latin typeface="Poppins SemiBold"/>
                <a:ea typeface="Poppins SemiBold"/>
                <a:cs typeface="Poppins SemiBold"/>
                <a:sym typeface="Poppins SemiBold"/>
              </a:defRPr>
            </a:lvl9pPr>
          </a:lstStyle>
          <a:p>
            <a:endParaRPr/>
          </a:p>
        </p:txBody>
      </p:sp>
      <p:sp>
        <p:nvSpPr>
          <p:cNvPr id="141" name="Google Shape;141;p21"/>
          <p:cNvSpPr/>
          <p:nvPr/>
        </p:nvSpPr>
        <p:spPr>
          <a:xfrm>
            <a:off x="685799" y="8751602"/>
            <a:ext cx="852663" cy="849142"/>
          </a:xfrm>
          <a:custGeom>
            <a:avLst/>
            <a:gdLst/>
            <a:ahLst/>
            <a:cxnLst/>
            <a:rect l="l" t="t" r="r" b="b"/>
            <a:pathLst>
              <a:path w="631602" h="628994" extrusionOk="0">
                <a:moveTo>
                  <a:pt x="307919" y="123061"/>
                </a:moveTo>
                <a:lnTo>
                  <a:pt x="323948" y="123061"/>
                </a:lnTo>
                <a:lnTo>
                  <a:pt x="324034" y="124369"/>
                </a:lnTo>
                <a:cubicBezTo>
                  <a:pt x="324738" y="134737"/>
                  <a:pt x="325213" y="145237"/>
                  <a:pt x="325698" y="155955"/>
                </a:cubicBezTo>
                <a:cubicBezTo>
                  <a:pt x="325917" y="161270"/>
                  <a:pt x="326174" y="166586"/>
                  <a:pt x="326440" y="171902"/>
                </a:cubicBezTo>
                <a:lnTo>
                  <a:pt x="327753" y="219435"/>
                </a:lnTo>
                <a:cubicBezTo>
                  <a:pt x="328581" y="248407"/>
                  <a:pt x="328714" y="277163"/>
                  <a:pt x="328714" y="301648"/>
                </a:cubicBezTo>
                <a:cubicBezTo>
                  <a:pt x="361866" y="301866"/>
                  <a:pt x="387379" y="302258"/>
                  <a:pt x="411265" y="302955"/>
                </a:cubicBezTo>
                <a:lnTo>
                  <a:pt x="459276" y="304262"/>
                </a:lnTo>
                <a:cubicBezTo>
                  <a:pt x="464651" y="304524"/>
                  <a:pt x="469978" y="304785"/>
                  <a:pt x="475305" y="305002"/>
                </a:cubicBezTo>
                <a:lnTo>
                  <a:pt x="475572" y="304915"/>
                </a:lnTo>
                <a:cubicBezTo>
                  <a:pt x="485703" y="305307"/>
                  <a:pt x="496490" y="305787"/>
                  <a:pt x="507287" y="306571"/>
                </a:cubicBezTo>
                <a:lnTo>
                  <a:pt x="508590" y="306658"/>
                </a:lnTo>
                <a:lnTo>
                  <a:pt x="508590" y="321515"/>
                </a:lnTo>
                <a:lnTo>
                  <a:pt x="507287" y="321602"/>
                </a:lnTo>
                <a:cubicBezTo>
                  <a:pt x="496842" y="322343"/>
                  <a:pt x="486321" y="322823"/>
                  <a:pt x="475572" y="323301"/>
                </a:cubicBezTo>
                <a:lnTo>
                  <a:pt x="474915" y="323301"/>
                </a:lnTo>
                <a:cubicBezTo>
                  <a:pt x="469807" y="323519"/>
                  <a:pt x="464689" y="323737"/>
                  <a:pt x="459581" y="323999"/>
                </a:cubicBezTo>
                <a:lnTo>
                  <a:pt x="411884" y="325480"/>
                </a:lnTo>
                <a:cubicBezTo>
                  <a:pt x="400744" y="325915"/>
                  <a:pt x="389386" y="326090"/>
                  <a:pt x="378247" y="326220"/>
                </a:cubicBezTo>
                <a:cubicBezTo>
                  <a:pt x="389776" y="331144"/>
                  <a:pt x="399650" y="335457"/>
                  <a:pt x="409002" y="339683"/>
                </a:cubicBezTo>
                <a:lnTo>
                  <a:pt x="452332" y="359071"/>
                </a:lnTo>
                <a:cubicBezTo>
                  <a:pt x="457136" y="361380"/>
                  <a:pt x="461940" y="363646"/>
                  <a:pt x="466744" y="365824"/>
                </a:cubicBezTo>
                <a:lnTo>
                  <a:pt x="468009" y="366434"/>
                </a:lnTo>
                <a:cubicBezTo>
                  <a:pt x="477056" y="370661"/>
                  <a:pt x="486407" y="375017"/>
                  <a:pt x="495491" y="379591"/>
                </a:cubicBezTo>
                <a:lnTo>
                  <a:pt x="496671" y="380201"/>
                </a:lnTo>
                <a:lnTo>
                  <a:pt x="490906" y="393838"/>
                </a:lnTo>
                <a:lnTo>
                  <a:pt x="489679" y="393447"/>
                </a:lnTo>
                <a:cubicBezTo>
                  <a:pt x="480461" y="390441"/>
                  <a:pt x="471681" y="387304"/>
                  <a:pt x="461198" y="383513"/>
                </a:cubicBezTo>
                <a:cubicBezTo>
                  <a:pt x="455738" y="381552"/>
                  <a:pt x="450192" y="379548"/>
                  <a:pt x="444646" y="377632"/>
                </a:cubicBezTo>
                <a:lnTo>
                  <a:pt x="400002" y="360857"/>
                </a:lnTo>
                <a:cubicBezTo>
                  <a:pt x="392050" y="357851"/>
                  <a:pt x="384145" y="354758"/>
                  <a:pt x="376240" y="351621"/>
                </a:cubicBezTo>
                <a:cubicBezTo>
                  <a:pt x="373662" y="350619"/>
                  <a:pt x="371084" y="349573"/>
                  <a:pt x="368506" y="348571"/>
                </a:cubicBezTo>
                <a:lnTo>
                  <a:pt x="370998" y="351142"/>
                </a:lnTo>
                <a:cubicBezTo>
                  <a:pt x="377372" y="357720"/>
                  <a:pt x="384801" y="365344"/>
                  <a:pt x="391879" y="372882"/>
                </a:cubicBezTo>
                <a:lnTo>
                  <a:pt x="424545" y="407562"/>
                </a:lnTo>
                <a:cubicBezTo>
                  <a:pt x="427608" y="410961"/>
                  <a:pt x="430662" y="414316"/>
                  <a:pt x="433725" y="417627"/>
                </a:cubicBezTo>
                <a:lnTo>
                  <a:pt x="434772" y="418803"/>
                </a:lnTo>
                <a:cubicBezTo>
                  <a:pt x="441887" y="426602"/>
                  <a:pt x="449269" y="434706"/>
                  <a:pt x="456394" y="442897"/>
                </a:cubicBezTo>
                <a:lnTo>
                  <a:pt x="457269" y="443899"/>
                </a:lnTo>
                <a:lnTo>
                  <a:pt x="446739" y="454355"/>
                </a:lnTo>
                <a:lnTo>
                  <a:pt x="445740" y="453527"/>
                </a:lnTo>
                <a:cubicBezTo>
                  <a:pt x="436864" y="445946"/>
                  <a:pt x="428179" y="438104"/>
                  <a:pt x="420835" y="431395"/>
                </a:cubicBezTo>
                <a:cubicBezTo>
                  <a:pt x="417297" y="428171"/>
                  <a:pt x="413758" y="424947"/>
                  <a:pt x="410219" y="421766"/>
                </a:cubicBezTo>
                <a:lnTo>
                  <a:pt x="375364" y="389220"/>
                </a:lnTo>
                <a:cubicBezTo>
                  <a:pt x="368116" y="382467"/>
                  <a:pt x="360819" y="375453"/>
                  <a:pt x="353780" y="368656"/>
                </a:cubicBezTo>
                <a:lnTo>
                  <a:pt x="351116" y="366086"/>
                </a:lnTo>
                <a:cubicBezTo>
                  <a:pt x="355007" y="375714"/>
                  <a:pt x="359022" y="385996"/>
                  <a:pt x="363302" y="397324"/>
                </a:cubicBezTo>
                <a:lnTo>
                  <a:pt x="380121" y="441721"/>
                </a:lnTo>
                <a:cubicBezTo>
                  <a:pt x="381652" y="446165"/>
                  <a:pt x="383222" y="450565"/>
                  <a:pt x="384801" y="454922"/>
                </a:cubicBezTo>
                <a:lnTo>
                  <a:pt x="386856" y="460716"/>
                </a:lnTo>
                <a:cubicBezTo>
                  <a:pt x="389862" y="469169"/>
                  <a:pt x="393011" y="477969"/>
                  <a:pt x="395941" y="486683"/>
                </a:cubicBezTo>
                <a:lnTo>
                  <a:pt x="396378" y="487946"/>
                </a:lnTo>
                <a:lnTo>
                  <a:pt x="382661" y="493698"/>
                </a:lnTo>
                <a:lnTo>
                  <a:pt x="382042" y="492521"/>
                </a:lnTo>
                <a:cubicBezTo>
                  <a:pt x="377419" y="483416"/>
                  <a:pt x="373043" y="474179"/>
                  <a:pt x="368239" y="463897"/>
                </a:cubicBezTo>
                <a:cubicBezTo>
                  <a:pt x="366013" y="459104"/>
                  <a:pt x="363740" y="454312"/>
                  <a:pt x="361476" y="449563"/>
                </a:cubicBezTo>
                <a:lnTo>
                  <a:pt x="341861" y="406256"/>
                </a:lnTo>
                <a:cubicBezTo>
                  <a:pt x="337447" y="396540"/>
                  <a:pt x="333299" y="386912"/>
                  <a:pt x="329237" y="377632"/>
                </a:cubicBezTo>
                <a:lnTo>
                  <a:pt x="328362" y="375584"/>
                </a:lnTo>
                <a:cubicBezTo>
                  <a:pt x="328181" y="386824"/>
                  <a:pt x="328010" y="398108"/>
                  <a:pt x="327620" y="409131"/>
                </a:cubicBezTo>
                <a:lnTo>
                  <a:pt x="326136" y="456621"/>
                </a:lnTo>
                <a:cubicBezTo>
                  <a:pt x="325870" y="461936"/>
                  <a:pt x="325613" y="467251"/>
                  <a:pt x="325394" y="472566"/>
                </a:cubicBezTo>
                <a:cubicBezTo>
                  <a:pt x="324956" y="483198"/>
                  <a:pt x="324519" y="493611"/>
                  <a:pt x="323729" y="504154"/>
                </a:cubicBezTo>
                <a:lnTo>
                  <a:pt x="323644" y="505461"/>
                </a:lnTo>
                <a:lnTo>
                  <a:pt x="308747" y="505461"/>
                </a:lnTo>
                <a:lnTo>
                  <a:pt x="308661" y="504154"/>
                </a:lnTo>
                <a:cubicBezTo>
                  <a:pt x="307957" y="493959"/>
                  <a:pt x="307481" y="483807"/>
                  <a:pt x="306996" y="472566"/>
                </a:cubicBezTo>
                <a:cubicBezTo>
                  <a:pt x="306778" y="467251"/>
                  <a:pt x="306521" y="461936"/>
                  <a:pt x="306254" y="456621"/>
                </a:cubicBezTo>
                <a:lnTo>
                  <a:pt x="304770" y="409088"/>
                </a:lnTo>
                <a:cubicBezTo>
                  <a:pt x="303810" y="381684"/>
                  <a:pt x="303638" y="353799"/>
                  <a:pt x="303458" y="326830"/>
                </a:cubicBezTo>
                <a:lnTo>
                  <a:pt x="290920" y="326830"/>
                </a:lnTo>
                <a:cubicBezTo>
                  <a:pt x="267947" y="326700"/>
                  <a:pt x="244231" y="326613"/>
                  <a:pt x="220944" y="325915"/>
                </a:cubicBezTo>
                <a:lnTo>
                  <a:pt x="173247" y="324609"/>
                </a:lnTo>
                <a:cubicBezTo>
                  <a:pt x="167873" y="324347"/>
                  <a:pt x="162545" y="324086"/>
                  <a:pt x="157209" y="323868"/>
                </a:cubicBezTo>
                <a:cubicBezTo>
                  <a:pt x="147030" y="323432"/>
                  <a:pt x="136157" y="322996"/>
                  <a:pt x="125503" y="322212"/>
                </a:cubicBezTo>
                <a:lnTo>
                  <a:pt x="124190" y="322125"/>
                </a:lnTo>
                <a:lnTo>
                  <a:pt x="124190" y="306092"/>
                </a:lnTo>
                <a:lnTo>
                  <a:pt x="125503" y="306005"/>
                </a:lnTo>
                <a:cubicBezTo>
                  <a:pt x="135853" y="305307"/>
                  <a:pt x="145984" y="304829"/>
                  <a:pt x="157209" y="304349"/>
                </a:cubicBezTo>
                <a:cubicBezTo>
                  <a:pt x="162545" y="304131"/>
                  <a:pt x="167873" y="303870"/>
                  <a:pt x="173200" y="303609"/>
                </a:cubicBezTo>
                <a:lnTo>
                  <a:pt x="220944" y="302301"/>
                </a:lnTo>
                <a:cubicBezTo>
                  <a:pt x="231779" y="302040"/>
                  <a:pt x="242738" y="301866"/>
                  <a:pt x="253620" y="301735"/>
                </a:cubicBezTo>
                <a:lnTo>
                  <a:pt x="249206" y="299862"/>
                </a:lnTo>
                <a:cubicBezTo>
                  <a:pt x="241035" y="296376"/>
                  <a:pt x="232350" y="292673"/>
                  <a:pt x="223655" y="288752"/>
                </a:cubicBezTo>
                <a:lnTo>
                  <a:pt x="175559" y="267273"/>
                </a:lnTo>
                <a:cubicBezTo>
                  <a:pt x="171754" y="265530"/>
                  <a:pt x="167958" y="263744"/>
                  <a:pt x="164153" y="262001"/>
                </a:cubicBezTo>
                <a:lnTo>
                  <a:pt x="162764" y="261348"/>
                </a:lnTo>
                <a:cubicBezTo>
                  <a:pt x="154241" y="257426"/>
                  <a:pt x="145422" y="253374"/>
                  <a:pt x="136899" y="249060"/>
                </a:cubicBezTo>
                <a:lnTo>
                  <a:pt x="135719" y="248451"/>
                </a:lnTo>
                <a:lnTo>
                  <a:pt x="141969" y="233638"/>
                </a:lnTo>
                <a:lnTo>
                  <a:pt x="143234" y="234073"/>
                </a:lnTo>
                <a:cubicBezTo>
                  <a:pt x="153889" y="237646"/>
                  <a:pt x="164638" y="241524"/>
                  <a:pt x="175036" y="245270"/>
                </a:cubicBezTo>
                <a:lnTo>
                  <a:pt x="188182" y="250020"/>
                </a:lnTo>
                <a:lnTo>
                  <a:pt x="232873" y="266836"/>
                </a:lnTo>
                <a:cubicBezTo>
                  <a:pt x="242091" y="270410"/>
                  <a:pt x="251261" y="274069"/>
                  <a:pt x="260431" y="277729"/>
                </a:cubicBezTo>
                <a:lnTo>
                  <a:pt x="262971" y="278731"/>
                </a:lnTo>
                <a:cubicBezTo>
                  <a:pt x="256331" y="272109"/>
                  <a:pt x="249206" y="264745"/>
                  <a:pt x="240474" y="255596"/>
                </a:cubicBezTo>
                <a:lnTo>
                  <a:pt x="207626" y="221090"/>
                </a:lnTo>
                <a:cubicBezTo>
                  <a:pt x="203165" y="216123"/>
                  <a:pt x="198713" y="211244"/>
                  <a:pt x="194251" y="206407"/>
                </a:cubicBezTo>
                <a:cubicBezTo>
                  <a:pt x="187526" y="199088"/>
                  <a:pt x="181457" y="192509"/>
                  <a:pt x="175559" y="185712"/>
                </a:cubicBezTo>
                <a:lnTo>
                  <a:pt x="174684" y="184711"/>
                </a:lnTo>
                <a:lnTo>
                  <a:pt x="186042" y="173426"/>
                </a:lnTo>
                <a:lnTo>
                  <a:pt x="187050" y="174298"/>
                </a:lnTo>
                <a:cubicBezTo>
                  <a:pt x="194736" y="180920"/>
                  <a:pt x="201985" y="187499"/>
                  <a:pt x="210680" y="195428"/>
                </a:cubicBezTo>
                <a:cubicBezTo>
                  <a:pt x="214609" y="199045"/>
                  <a:pt x="218547" y="202617"/>
                  <a:pt x="222514" y="206189"/>
                </a:cubicBezTo>
                <a:lnTo>
                  <a:pt x="257159" y="238910"/>
                </a:lnTo>
                <a:cubicBezTo>
                  <a:pt x="261525" y="243179"/>
                  <a:pt x="265939" y="247449"/>
                  <a:pt x="270306" y="251675"/>
                </a:cubicBezTo>
                <a:cubicBezTo>
                  <a:pt x="273711" y="254943"/>
                  <a:pt x="277117" y="258254"/>
                  <a:pt x="280484" y="261521"/>
                </a:cubicBezTo>
                <a:cubicBezTo>
                  <a:pt x="275937" y="250368"/>
                  <a:pt x="272094" y="240653"/>
                  <a:pt x="268470" y="231372"/>
                </a:cubicBezTo>
                <a:lnTo>
                  <a:pt x="251480" y="186976"/>
                </a:lnTo>
                <a:cubicBezTo>
                  <a:pt x="249910" y="182619"/>
                  <a:pt x="248331" y="178306"/>
                  <a:pt x="246762" y="174036"/>
                </a:cubicBezTo>
                <a:lnTo>
                  <a:pt x="246590" y="173513"/>
                </a:lnTo>
                <a:cubicBezTo>
                  <a:pt x="242871" y="163275"/>
                  <a:pt x="238990" y="152688"/>
                  <a:pt x="235451" y="142188"/>
                </a:cubicBezTo>
                <a:lnTo>
                  <a:pt x="235013" y="140924"/>
                </a:lnTo>
                <a:lnTo>
                  <a:pt x="249910" y="134694"/>
                </a:lnTo>
                <a:lnTo>
                  <a:pt x="250472" y="135914"/>
                </a:lnTo>
                <a:cubicBezTo>
                  <a:pt x="255104" y="145455"/>
                  <a:pt x="259651" y="155040"/>
                  <a:pt x="263057" y="162360"/>
                </a:cubicBezTo>
                <a:lnTo>
                  <a:pt x="265939" y="168503"/>
                </a:lnTo>
                <a:cubicBezTo>
                  <a:pt x="267595" y="171945"/>
                  <a:pt x="269212" y="175430"/>
                  <a:pt x="270876" y="178873"/>
                </a:cubicBezTo>
                <a:lnTo>
                  <a:pt x="290311" y="222179"/>
                </a:lnTo>
                <a:cubicBezTo>
                  <a:pt x="294202" y="230719"/>
                  <a:pt x="297874" y="239302"/>
                  <a:pt x="301450" y="247624"/>
                </a:cubicBezTo>
                <a:lnTo>
                  <a:pt x="303372" y="252024"/>
                </a:lnTo>
                <a:cubicBezTo>
                  <a:pt x="303505" y="241175"/>
                  <a:pt x="303676" y="230283"/>
                  <a:pt x="303943" y="219478"/>
                </a:cubicBezTo>
                <a:lnTo>
                  <a:pt x="305427" y="171902"/>
                </a:lnTo>
                <a:cubicBezTo>
                  <a:pt x="305693" y="166586"/>
                  <a:pt x="305950" y="161270"/>
                  <a:pt x="306169" y="155955"/>
                </a:cubicBezTo>
                <a:cubicBezTo>
                  <a:pt x="306559" y="145847"/>
                  <a:pt x="307044" y="135042"/>
                  <a:pt x="307833" y="124369"/>
                </a:cubicBezTo>
                <a:close/>
                <a:moveTo>
                  <a:pt x="315776" y="36638"/>
                </a:moveTo>
                <a:cubicBezTo>
                  <a:pt x="241301" y="36725"/>
                  <a:pt x="171240" y="65654"/>
                  <a:pt x="118558" y="118110"/>
                </a:cubicBezTo>
                <a:cubicBezTo>
                  <a:pt x="65877" y="170567"/>
                  <a:pt x="36824" y="240320"/>
                  <a:pt x="36736" y="314517"/>
                </a:cubicBezTo>
                <a:cubicBezTo>
                  <a:pt x="36736" y="369675"/>
                  <a:pt x="53035" y="423090"/>
                  <a:pt x="83780" y="468923"/>
                </a:cubicBezTo>
                <a:cubicBezTo>
                  <a:pt x="114534" y="514758"/>
                  <a:pt x="157865" y="550179"/>
                  <a:pt x="209024" y="571266"/>
                </a:cubicBezTo>
                <a:cubicBezTo>
                  <a:pt x="260174" y="592353"/>
                  <a:pt x="315910" y="597843"/>
                  <a:pt x="370256" y="587081"/>
                </a:cubicBezTo>
                <a:cubicBezTo>
                  <a:pt x="424555" y="576320"/>
                  <a:pt x="473954" y="550005"/>
                  <a:pt x="513137" y="511011"/>
                </a:cubicBezTo>
                <a:cubicBezTo>
                  <a:pt x="552282" y="472017"/>
                  <a:pt x="578709" y="422785"/>
                  <a:pt x="589496" y="368716"/>
                </a:cubicBezTo>
                <a:cubicBezTo>
                  <a:pt x="600284" y="314648"/>
                  <a:pt x="594785" y="259098"/>
                  <a:pt x="573591" y="208166"/>
                </a:cubicBezTo>
                <a:cubicBezTo>
                  <a:pt x="552406" y="157235"/>
                  <a:pt x="516847" y="114103"/>
                  <a:pt x="470806" y="83474"/>
                </a:cubicBezTo>
                <a:cubicBezTo>
                  <a:pt x="424773" y="52845"/>
                  <a:pt x="371169" y="36638"/>
                  <a:pt x="315776" y="36638"/>
                </a:cubicBezTo>
                <a:close/>
                <a:moveTo>
                  <a:pt x="284825" y="1500"/>
                </a:moveTo>
                <a:cubicBezTo>
                  <a:pt x="315518" y="-1507"/>
                  <a:pt x="346665" y="-4"/>
                  <a:pt x="377419" y="6096"/>
                </a:cubicBezTo>
                <a:cubicBezTo>
                  <a:pt x="438881" y="18252"/>
                  <a:pt x="494787" y="48009"/>
                  <a:pt x="539088" y="92144"/>
                </a:cubicBezTo>
                <a:lnTo>
                  <a:pt x="539040" y="92187"/>
                </a:lnTo>
                <a:cubicBezTo>
                  <a:pt x="583379" y="136322"/>
                  <a:pt x="613259" y="192003"/>
                  <a:pt x="625492" y="253216"/>
                </a:cubicBezTo>
                <a:cubicBezTo>
                  <a:pt x="637726" y="314430"/>
                  <a:pt x="631514" y="377256"/>
                  <a:pt x="607532" y="434897"/>
                </a:cubicBezTo>
                <a:cubicBezTo>
                  <a:pt x="583551" y="492537"/>
                  <a:pt x="543321" y="541334"/>
                  <a:pt x="491210" y="576015"/>
                </a:cubicBezTo>
                <a:cubicBezTo>
                  <a:pt x="439100" y="610652"/>
                  <a:pt x="378465" y="628994"/>
                  <a:pt x="315776" y="628994"/>
                </a:cubicBezTo>
                <a:cubicBezTo>
                  <a:pt x="231474" y="628863"/>
                  <a:pt x="152233" y="596143"/>
                  <a:pt x="92607" y="536760"/>
                </a:cubicBezTo>
                <a:cubicBezTo>
                  <a:pt x="32980" y="477419"/>
                  <a:pt x="88" y="398474"/>
                  <a:pt x="0" y="314517"/>
                </a:cubicBezTo>
                <a:cubicBezTo>
                  <a:pt x="0" y="252083"/>
                  <a:pt x="18390" y="191698"/>
                  <a:pt x="53253" y="139765"/>
                </a:cubicBezTo>
                <a:cubicBezTo>
                  <a:pt x="88060" y="87874"/>
                  <a:pt x="137080" y="47835"/>
                  <a:pt x="194955" y="23959"/>
                </a:cubicBezTo>
                <a:cubicBezTo>
                  <a:pt x="223893" y="12021"/>
                  <a:pt x="254132" y="4506"/>
                  <a:pt x="284825" y="1500"/>
                </a:cubicBezTo>
                <a:close/>
              </a:path>
            </a:pathLst>
          </a:custGeom>
          <a:solidFill>
            <a:schemeClr val="lt1"/>
          </a:solidFill>
          <a:ln>
            <a:noFill/>
          </a:ln>
        </p:spPr>
        <p:txBody>
          <a:bodyPr spcFirstLastPara="1" wrap="square" lIns="141675" tIns="70825" rIns="141675" bIns="70825" anchor="ctr" anchorCtr="0">
            <a:noAutofit/>
          </a:bodyPr>
          <a:lstStyle/>
          <a:p>
            <a:pPr marL="0" marR="0" lvl="0" indent="0" algn="l" rtl="0">
              <a:lnSpc>
                <a:spcPct val="100000"/>
              </a:lnSpc>
              <a:spcBef>
                <a:spcPts val="0"/>
              </a:spcBef>
              <a:spcAft>
                <a:spcPts val="0"/>
              </a:spcAft>
              <a:buNone/>
            </a:pPr>
            <a:endParaRPr sz="2170" b="0" i="0" u="none" strike="noStrike" cap="none">
              <a:solidFill>
                <a:srgbClr val="000000"/>
              </a:solidFill>
              <a:latin typeface="Arial"/>
              <a:ea typeface="Arial"/>
              <a:cs typeface="Arial"/>
              <a:sym typeface="Arial"/>
            </a:endParaRPr>
          </a:p>
        </p:txBody>
      </p:sp>
      <p:sp>
        <p:nvSpPr>
          <p:cNvPr id="142" name="Google Shape;142;p21"/>
          <p:cNvSpPr txBox="1">
            <a:spLocks noGrp="1"/>
          </p:cNvSpPr>
          <p:nvPr>
            <p:ph type="title" idx="2"/>
          </p:nvPr>
        </p:nvSpPr>
        <p:spPr>
          <a:xfrm>
            <a:off x="685800" y="3210750"/>
            <a:ext cx="10236300" cy="38655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5600"/>
              <a:buFont typeface="Poppins Light"/>
              <a:buNone/>
              <a:defRPr sz="5600">
                <a:solidFill>
                  <a:schemeClr val="lt1"/>
                </a:solidFill>
                <a:latin typeface="Poppins Light"/>
                <a:ea typeface="Poppins Light"/>
                <a:cs typeface="Poppins Light"/>
                <a:sym typeface="Poppins Light"/>
              </a:defRPr>
            </a:lvl1pPr>
            <a:lvl2pPr lvl="1">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9pPr>
          </a:lstStyle>
          <a:p>
            <a:endParaRPr/>
          </a:p>
        </p:txBody>
      </p:sp>
      <p:sp>
        <p:nvSpPr>
          <p:cNvPr id="143" name="Google Shape;143;p21"/>
          <p:cNvSpPr/>
          <p:nvPr/>
        </p:nvSpPr>
        <p:spPr>
          <a:xfrm>
            <a:off x="9959575" y="-112837"/>
            <a:ext cx="5369888" cy="10512681"/>
          </a:xfrm>
          <a:custGeom>
            <a:avLst/>
            <a:gdLst/>
            <a:ahLst/>
            <a:cxnLst/>
            <a:rect l="l" t="t" r="r" b="b"/>
            <a:pathLst>
              <a:path w="1415923" h="2771966" extrusionOk="0">
                <a:moveTo>
                  <a:pt x="1415923" y="0"/>
                </a:moveTo>
                <a:lnTo>
                  <a:pt x="1413002" y="86741"/>
                </a:lnTo>
                <a:cubicBezTo>
                  <a:pt x="1407985" y="228346"/>
                  <a:pt x="1405509" y="374142"/>
                  <a:pt x="1403160" y="499682"/>
                </a:cubicBezTo>
                <a:cubicBezTo>
                  <a:pt x="1402842" y="516023"/>
                  <a:pt x="1402525" y="532363"/>
                  <a:pt x="1402207" y="548704"/>
                </a:cubicBezTo>
                <a:cubicBezTo>
                  <a:pt x="1387094" y="514096"/>
                  <a:pt x="1372426" y="479044"/>
                  <a:pt x="1357185" y="444436"/>
                </a:cubicBezTo>
                <a:cubicBezTo>
                  <a:pt x="1311339" y="337630"/>
                  <a:pt x="1265110" y="231204"/>
                  <a:pt x="1217613" y="125222"/>
                </a:cubicBezTo>
                <a:lnTo>
                  <a:pt x="1161161" y="0"/>
                </a:lnTo>
                <a:lnTo>
                  <a:pt x="832358" y="0"/>
                </a:lnTo>
                <a:lnTo>
                  <a:pt x="924814" y="244285"/>
                </a:lnTo>
                <a:cubicBezTo>
                  <a:pt x="973963" y="375602"/>
                  <a:pt x="1027303" y="512826"/>
                  <a:pt x="1090740" y="672020"/>
                </a:cubicBezTo>
                <a:cubicBezTo>
                  <a:pt x="981964" y="565785"/>
                  <a:pt x="870648" y="457835"/>
                  <a:pt x="758889" y="354584"/>
                </a:cubicBezTo>
                <a:lnTo>
                  <a:pt x="381445" y="0"/>
                </a:lnTo>
                <a:lnTo>
                  <a:pt x="1016" y="0"/>
                </a:lnTo>
                <a:lnTo>
                  <a:pt x="95187" y="103568"/>
                </a:lnTo>
                <a:lnTo>
                  <a:pt x="545846" y="579692"/>
                </a:lnTo>
                <a:lnTo>
                  <a:pt x="545783" y="579692"/>
                </a:lnTo>
                <a:cubicBezTo>
                  <a:pt x="769620" y="817055"/>
                  <a:pt x="1012000" y="1067117"/>
                  <a:pt x="1329881" y="1389253"/>
                </a:cubicBezTo>
                <a:cubicBezTo>
                  <a:pt x="1091819" y="1627314"/>
                  <a:pt x="813498" y="1908175"/>
                  <a:pt x="539814" y="2197862"/>
                </a:cubicBezTo>
                <a:lnTo>
                  <a:pt x="90297" y="2672652"/>
                </a:lnTo>
                <a:lnTo>
                  <a:pt x="0" y="2771966"/>
                </a:lnTo>
                <a:lnTo>
                  <a:pt x="403289" y="2771966"/>
                </a:lnTo>
                <a:lnTo>
                  <a:pt x="770065" y="2427288"/>
                </a:lnTo>
                <a:cubicBezTo>
                  <a:pt x="877634" y="2324735"/>
                  <a:pt x="985203" y="2220532"/>
                  <a:pt x="1092010" y="2116265"/>
                </a:cubicBezTo>
                <a:lnTo>
                  <a:pt x="1067816" y="2177606"/>
                </a:lnTo>
                <a:cubicBezTo>
                  <a:pt x="1021525" y="2293049"/>
                  <a:pt x="973455" y="2411984"/>
                  <a:pt x="927926" y="2532507"/>
                </a:cubicBezTo>
                <a:lnTo>
                  <a:pt x="836104" y="2771966"/>
                </a:lnTo>
                <a:lnTo>
                  <a:pt x="1175131" y="2771966"/>
                </a:lnTo>
                <a:lnTo>
                  <a:pt x="1228154" y="2653919"/>
                </a:lnTo>
                <a:cubicBezTo>
                  <a:pt x="1283398" y="2528697"/>
                  <a:pt x="1340803" y="2397125"/>
                  <a:pt x="1405319" y="2244852"/>
                </a:cubicBezTo>
                <a:cubicBezTo>
                  <a:pt x="1406017" y="2309051"/>
                  <a:pt x="1406652" y="2374138"/>
                  <a:pt x="1407795" y="2438845"/>
                </a:cubicBezTo>
                <a:cubicBezTo>
                  <a:pt x="1408875" y="2522093"/>
                  <a:pt x="1409954" y="2606231"/>
                  <a:pt x="1410589" y="2689860"/>
                </a:cubicBezTo>
                <a:cubicBezTo>
                  <a:pt x="1411266" y="2717229"/>
                  <a:pt x="1411944" y="2744597"/>
                  <a:pt x="1412621" y="2771966"/>
                </a:cubicBezTo>
              </a:path>
            </a:pathLst>
          </a:cu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tatement with spark outline - Blue">
  <p:cSld name="Breaker_Denim_1_1_1_2_2_1_1_1_2_1_2_1">
    <p:bg>
      <p:bgPr>
        <a:solidFill>
          <a:schemeClr val="accent1"/>
        </a:solidFill>
        <a:effectLst/>
      </p:bgPr>
    </p:bg>
    <p:spTree>
      <p:nvGrpSpPr>
        <p:cNvPr id="1" name="Shape 144"/>
        <p:cNvGrpSpPr/>
        <p:nvPr/>
      </p:nvGrpSpPr>
      <p:grpSpPr>
        <a:xfrm>
          <a:off x="0" y="0"/>
          <a:ext cx="0" cy="0"/>
          <a:chOff x="0" y="0"/>
          <a:chExt cx="0" cy="0"/>
        </a:xfrm>
      </p:grpSpPr>
      <p:sp>
        <p:nvSpPr>
          <p:cNvPr id="145" name="Google Shape;145;p22"/>
          <p:cNvSpPr txBox="1">
            <a:spLocks noGrp="1"/>
          </p:cNvSpPr>
          <p:nvPr>
            <p:ph type="title"/>
          </p:nvPr>
        </p:nvSpPr>
        <p:spPr>
          <a:xfrm>
            <a:off x="685800" y="3210750"/>
            <a:ext cx="10204500" cy="38655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5600"/>
              <a:buFont typeface="Poppins Light"/>
              <a:buNone/>
              <a:defRPr sz="5600">
                <a:solidFill>
                  <a:schemeClr val="lt1"/>
                </a:solidFill>
                <a:latin typeface="Poppins Light"/>
                <a:ea typeface="Poppins Light"/>
                <a:cs typeface="Poppins Light"/>
                <a:sym typeface="Poppins Light"/>
              </a:defRPr>
            </a:lvl1pPr>
            <a:lvl2pPr lvl="1">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8000"/>
              <a:buFont typeface="Poppins SemiBold"/>
              <a:buNone/>
              <a:defRPr sz="8000" b="0">
                <a:solidFill>
                  <a:schemeClr val="lt1"/>
                </a:solidFill>
                <a:latin typeface="Poppins SemiBold"/>
                <a:ea typeface="Poppins SemiBold"/>
                <a:cs typeface="Poppins SemiBold"/>
                <a:sym typeface="Poppins SemiBold"/>
              </a:defRPr>
            </a:lvl9pPr>
          </a:lstStyle>
          <a:p>
            <a:endParaRPr/>
          </a:p>
        </p:txBody>
      </p:sp>
      <p:sp>
        <p:nvSpPr>
          <p:cNvPr id="146" name="Google Shape;146;p22"/>
          <p:cNvSpPr/>
          <p:nvPr/>
        </p:nvSpPr>
        <p:spPr>
          <a:xfrm>
            <a:off x="685799" y="8751602"/>
            <a:ext cx="852663" cy="849142"/>
          </a:xfrm>
          <a:custGeom>
            <a:avLst/>
            <a:gdLst/>
            <a:ahLst/>
            <a:cxnLst/>
            <a:rect l="l" t="t" r="r" b="b"/>
            <a:pathLst>
              <a:path w="631602" h="628994" extrusionOk="0">
                <a:moveTo>
                  <a:pt x="307919" y="123061"/>
                </a:moveTo>
                <a:lnTo>
                  <a:pt x="323948" y="123061"/>
                </a:lnTo>
                <a:lnTo>
                  <a:pt x="324034" y="124369"/>
                </a:lnTo>
                <a:cubicBezTo>
                  <a:pt x="324738" y="134737"/>
                  <a:pt x="325213" y="145237"/>
                  <a:pt x="325698" y="155955"/>
                </a:cubicBezTo>
                <a:cubicBezTo>
                  <a:pt x="325917" y="161270"/>
                  <a:pt x="326174" y="166586"/>
                  <a:pt x="326440" y="171902"/>
                </a:cubicBezTo>
                <a:lnTo>
                  <a:pt x="327753" y="219435"/>
                </a:lnTo>
                <a:cubicBezTo>
                  <a:pt x="328581" y="248407"/>
                  <a:pt x="328714" y="277163"/>
                  <a:pt x="328714" y="301648"/>
                </a:cubicBezTo>
                <a:cubicBezTo>
                  <a:pt x="361866" y="301866"/>
                  <a:pt x="387379" y="302258"/>
                  <a:pt x="411265" y="302955"/>
                </a:cubicBezTo>
                <a:lnTo>
                  <a:pt x="459276" y="304262"/>
                </a:lnTo>
                <a:cubicBezTo>
                  <a:pt x="464651" y="304524"/>
                  <a:pt x="469978" y="304785"/>
                  <a:pt x="475305" y="305002"/>
                </a:cubicBezTo>
                <a:lnTo>
                  <a:pt x="475572" y="304915"/>
                </a:lnTo>
                <a:cubicBezTo>
                  <a:pt x="485703" y="305307"/>
                  <a:pt x="496490" y="305787"/>
                  <a:pt x="507287" y="306571"/>
                </a:cubicBezTo>
                <a:lnTo>
                  <a:pt x="508590" y="306658"/>
                </a:lnTo>
                <a:lnTo>
                  <a:pt x="508590" y="321515"/>
                </a:lnTo>
                <a:lnTo>
                  <a:pt x="507287" y="321602"/>
                </a:lnTo>
                <a:cubicBezTo>
                  <a:pt x="496842" y="322343"/>
                  <a:pt x="486321" y="322823"/>
                  <a:pt x="475572" y="323301"/>
                </a:cubicBezTo>
                <a:lnTo>
                  <a:pt x="474915" y="323301"/>
                </a:lnTo>
                <a:cubicBezTo>
                  <a:pt x="469807" y="323519"/>
                  <a:pt x="464689" y="323737"/>
                  <a:pt x="459581" y="323999"/>
                </a:cubicBezTo>
                <a:lnTo>
                  <a:pt x="411884" y="325480"/>
                </a:lnTo>
                <a:cubicBezTo>
                  <a:pt x="400744" y="325915"/>
                  <a:pt x="389386" y="326090"/>
                  <a:pt x="378247" y="326220"/>
                </a:cubicBezTo>
                <a:cubicBezTo>
                  <a:pt x="389776" y="331144"/>
                  <a:pt x="399650" y="335457"/>
                  <a:pt x="409002" y="339683"/>
                </a:cubicBezTo>
                <a:lnTo>
                  <a:pt x="452332" y="359071"/>
                </a:lnTo>
                <a:cubicBezTo>
                  <a:pt x="457136" y="361380"/>
                  <a:pt x="461940" y="363646"/>
                  <a:pt x="466744" y="365824"/>
                </a:cubicBezTo>
                <a:lnTo>
                  <a:pt x="468009" y="366434"/>
                </a:lnTo>
                <a:cubicBezTo>
                  <a:pt x="477056" y="370661"/>
                  <a:pt x="486407" y="375017"/>
                  <a:pt x="495491" y="379591"/>
                </a:cubicBezTo>
                <a:lnTo>
                  <a:pt x="496671" y="380201"/>
                </a:lnTo>
                <a:lnTo>
                  <a:pt x="490906" y="393838"/>
                </a:lnTo>
                <a:lnTo>
                  <a:pt x="489679" y="393447"/>
                </a:lnTo>
                <a:cubicBezTo>
                  <a:pt x="480461" y="390441"/>
                  <a:pt x="471681" y="387304"/>
                  <a:pt x="461198" y="383513"/>
                </a:cubicBezTo>
                <a:cubicBezTo>
                  <a:pt x="455738" y="381552"/>
                  <a:pt x="450192" y="379548"/>
                  <a:pt x="444646" y="377632"/>
                </a:cubicBezTo>
                <a:lnTo>
                  <a:pt x="400002" y="360857"/>
                </a:lnTo>
                <a:cubicBezTo>
                  <a:pt x="392050" y="357851"/>
                  <a:pt x="384145" y="354758"/>
                  <a:pt x="376240" y="351621"/>
                </a:cubicBezTo>
                <a:cubicBezTo>
                  <a:pt x="373662" y="350619"/>
                  <a:pt x="371084" y="349573"/>
                  <a:pt x="368506" y="348571"/>
                </a:cubicBezTo>
                <a:lnTo>
                  <a:pt x="370998" y="351142"/>
                </a:lnTo>
                <a:cubicBezTo>
                  <a:pt x="377372" y="357720"/>
                  <a:pt x="384801" y="365344"/>
                  <a:pt x="391879" y="372882"/>
                </a:cubicBezTo>
                <a:lnTo>
                  <a:pt x="424545" y="407562"/>
                </a:lnTo>
                <a:cubicBezTo>
                  <a:pt x="427608" y="410961"/>
                  <a:pt x="430662" y="414316"/>
                  <a:pt x="433725" y="417627"/>
                </a:cubicBezTo>
                <a:lnTo>
                  <a:pt x="434772" y="418803"/>
                </a:lnTo>
                <a:cubicBezTo>
                  <a:pt x="441887" y="426602"/>
                  <a:pt x="449269" y="434706"/>
                  <a:pt x="456394" y="442897"/>
                </a:cubicBezTo>
                <a:lnTo>
                  <a:pt x="457269" y="443899"/>
                </a:lnTo>
                <a:lnTo>
                  <a:pt x="446739" y="454355"/>
                </a:lnTo>
                <a:lnTo>
                  <a:pt x="445740" y="453527"/>
                </a:lnTo>
                <a:cubicBezTo>
                  <a:pt x="436864" y="445946"/>
                  <a:pt x="428179" y="438104"/>
                  <a:pt x="420835" y="431395"/>
                </a:cubicBezTo>
                <a:cubicBezTo>
                  <a:pt x="417297" y="428171"/>
                  <a:pt x="413758" y="424947"/>
                  <a:pt x="410219" y="421766"/>
                </a:cubicBezTo>
                <a:lnTo>
                  <a:pt x="375364" y="389220"/>
                </a:lnTo>
                <a:cubicBezTo>
                  <a:pt x="368116" y="382467"/>
                  <a:pt x="360819" y="375453"/>
                  <a:pt x="353780" y="368656"/>
                </a:cubicBezTo>
                <a:lnTo>
                  <a:pt x="351116" y="366086"/>
                </a:lnTo>
                <a:cubicBezTo>
                  <a:pt x="355007" y="375714"/>
                  <a:pt x="359022" y="385996"/>
                  <a:pt x="363302" y="397324"/>
                </a:cubicBezTo>
                <a:lnTo>
                  <a:pt x="380121" y="441721"/>
                </a:lnTo>
                <a:cubicBezTo>
                  <a:pt x="381652" y="446165"/>
                  <a:pt x="383222" y="450565"/>
                  <a:pt x="384801" y="454922"/>
                </a:cubicBezTo>
                <a:lnTo>
                  <a:pt x="386856" y="460716"/>
                </a:lnTo>
                <a:cubicBezTo>
                  <a:pt x="389862" y="469169"/>
                  <a:pt x="393011" y="477969"/>
                  <a:pt x="395941" y="486683"/>
                </a:cubicBezTo>
                <a:lnTo>
                  <a:pt x="396378" y="487946"/>
                </a:lnTo>
                <a:lnTo>
                  <a:pt x="382661" y="493698"/>
                </a:lnTo>
                <a:lnTo>
                  <a:pt x="382042" y="492521"/>
                </a:lnTo>
                <a:cubicBezTo>
                  <a:pt x="377419" y="483416"/>
                  <a:pt x="373043" y="474179"/>
                  <a:pt x="368239" y="463897"/>
                </a:cubicBezTo>
                <a:cubicBezTo>
                  <a:pt x="366013" y="459104"/>
                  <a:pt x="363740" y="454312"/>
                  <a:pt x="361476" y="449563"/>
                </a:cubicBezTo>
                <a:lnTo>
                  <a:pt x="341861" y="406256"/>
                </a:lnTo>
                <a:cubicBezTo>
                  <a:pt x="337447" y="396540"/>
                  <a:pt x="333299" y="386912"/>
                  <a:pt x="329237" y="377632"/>
                </a:cubicBezTo>
                <a:lnTo>
                  <a:pt x="328362" y="375584"/>
                </a:lnTo>
                <a:cubicBezTo>
                  <a:pt x="328181" y="386824"/>
                  <a:pt x="328010" y="398108"/>
                  <a:pt x="327620" y="409131"/>
                </a:cubicBezTo>
                <a:lnTo>
                  <a:pt x="326136" y="456621"/>
                </a:lnTo>
                <a:cubicBezTo>
                  <a:pt x="325870" y="461936"/>
                  <a:pt x="325613" y="467251"/>
                  <a:pt x="325394" y="472566"/>
                </a:cubicBezTo>
                <a:cubicBezTo>
                  <a:pt x="324956" y="483198"/>
                  <a:pt x="324519" y="493611"/>
                  <a:pt x="323729" y="504154"/>
                </a:cubicBezTo>
                <a:lnTo>
                  <a:pt x="323644" y="505461"/>
                </a:lnTo>
                <a:lnTo>
                  <a:pt x="308747" y="505461"/>
                </a:lnTo>
                <a:lnTo>
                  <a:pt x="308661" y="504154"/>
                </a:lnTo>
                <a:cubicBezTo>
                  <a:pt x="307957" y="493959"/>
                  <a:pt x="307481" y="483807"/>
                  <a:pt x="306996" y="472566"/>
                </a:cubicBezTo>
                <a:cubicBezTo>
                  <a:pt x="306778" y="467251"/>
                  <a:pt x="306521" y="461936"/>
                  <a:pt x="306254" y="456621"/>
                </a:cubicBezTo>
                <a:lnTo>
                  <a:pt x="304770" y="409088"/>
                </a:lnTo>
                <a:cubicBezTo>
                  <a:pt x="303810" y="381684"/>
                  <a:pt x="303638" y="353799"/>
                  <a:pt x="303458" y="326830"/>
                </a:cubicBezTo>
                <a:lnTo>
                  <a:pt x="290920" y="326830"/>
                </a:lnTo>
                <a:cubicBezTo>
                  <a:pt x="267947" y="326700"/>
                  <a:pt x="244231" y="326613"/>
                  <a:pt x="220944" y="325915"/>
                </a:cubicBezTo>
                <a:lnTo>
                  <a:pt x="173247" y="324609"/>
                </a:lnTo>
                <a:cubicBezTo>
                  <a:pt x="167873" y="324347"/>
                  <a:pt x="162545" y="324086"/>
                  <a:pt x="157209" y="323868"/>
                </a:cubicBezTo>
                <a:cubicBezTo>
                  <a:pt x="147030" y="323432"/>
                  <a:pt x="136157" y="322996"/>
                  <a:pt x="125503" y="322212"/>
                </a:cubicBezTo>
                <a:lnTo>
                  <a:pt x="124190" y="322125"/>
                </a:lnTo>
                <a:lnTo>
                  <a:pt x="124190" y="306092"/>
                </a:lnTo>
                <a:lnTo>
                  <a:pt x="125503" y="306005"/>
                </a:lnTo>
                <a:cubicBezTo>
                  <a:pt x="135853" y="305307"/>
                  <a:pt x="145984" y="304829"/>
                  <a:pt x="157209" y="304349"/>
                </a:cubicBezTo>
                <a:cubicBezTo>
                  <a:pt x="162545" y="304131"/>
                  <a:pt x="167873" y="303870"/>
                  <a:pt x="173200" y="303609"/>
                </a:cubicBezTo>
                <a:lnTo>
                  <a:pt x="220944" y="302301"/>
                </a:lnTo>
                <a:cubicBezTo>
                  <a:pt x="231779" y="302040"/>
                  <a:pt x="242738" y="301866"/>
                  <a:pt x="253620" y="301735"/>
                </a:cubicBezTo>
                <a:lnTo>
                  <a:pt x="249206" y="299862"/>
                </a:lnTo>
                <a:cubicBezTo>
                  <a:pt x="241035" y="296376"/>
                  <a:pt x="232350" y="292673"/>
                  <a:pt x="223655" y="288752"/>
                </a:cubicBezTo>
                <a:lnTo>
                  <a:pt x="175559" y="267273"/>
                </a:lnTo>
                <a:cubicBezTo>
                  <a:pt x="171754" y="265530"/>
                  <a:pt x="167958" y="263744"/>
                  <a:pt x="164153" y="262001"/>
                </a:cubicBezTo>
                <a:lnTo>
                  <a:pt x="162764" y="261348"/>
                </a:lnTo>
                <a:cubicBezTo>
                  <a:pt x="154241" y="257426"/>
                  <a:pt x="145422" y="253374"/>
                  <a:pt x="136899" y="249060"/>
                </a:cubicBezTo>
                <a:lnTo>
                  <a:pt x="135719" y="248451"/>
                </a:lnTo>
                <a:lnTo>
                  <a:pt x="141969" y="233638"/>
                </a:lnTo>
                <a:lnTo>
                  <a:pt x="143234" y="234073"/>
                </a:lnTo>
                <a:cubicBezTo>
                  <a:pt x="153889" y="237646"/>
                  <a:pt x="164638" y="241524"/>
                  <a:pt x="175036" y="245270"/>
                </a:cubicBezTo>
                <a:lnTo>
                  <a:pt x="188182" y="250020"/>
                </a:lnTo>
                <a:lnTo>
                  <a:pt x="232873" y="266836"/>
                </a:lnTo>
                <a:cubicBezTo>
                  <a:pt x="242091" y="270410"/>
                  <a:pt x="251261" y="274069"/>
                  <a:pt x="260431" y="277729"/>
                </a:cubicBezTo>
                <a:lnTo>
                  <a:pt x="262971" y="278731"/>
                </a:lnTo>
                <a:cubicBezTo>
                  <a:pt x="256331" y="272109"/>
                  <a:pt x="249206" y="264745"/>
                  <a:pt x="240474" y="255596"/>
                </a:cubicBezTo>
                <a:lnTo>
                  <a:pt x="207626" y="221090"/>
                </a:lnTo>
                <a:cubicBezTo>
                  <a:pt x="203165" y="216123"/>
                  <a:pt x="198713" y="211244"/>
                  <a:pt x="194251" y="206407"/>
                </a:cubicBezTo>
                <a:cubicBezTo>
                  <a:pt x="187526" y="199088"/>
                  <a:pt x="181457" y="192509"/>
                  <a:pt x="175559" y="185712"/>
                </a:cubicBezTo>
                <a:lnTo>
                  <a:pt x="174684" y="184711"/>
                </a:lnTo>
                <a:lnTo>
                  <a:pt x="186042" y="173426"/>
                </a:lnTo>
                <a:lnTo>
                  <a:pt x="187050" y="174298"/>
                </a:lnTo>
                <a:cubicBezTo>
                  <a:pt x="194736" y="180920"/>
                  <a:pt x="201985" y="187499"/>
                  <a:pt x="210680" y="195428"/>
                </a:cubicBezTo>
                <a:cubicBezTo>
                  <a:pt x="214609" y="199045"/>
                  <a:pt x="218547" y="202617"/>
                  <a:pt x="222514" y="206189"/>
                </a:cubicBezTo>
                <a:lnTo>
                  <a:pt x="257159" y="238910"/>
                </a:lnTo>
                <a:cubicBezTo>
                  <a:pt x="261525" y="243179"/>
                  <a:pt x="265939" y="247449"/>
                  <a:pt x="270306" y="251675"/>
                </a:cubicBezTo>
                <a:cubicBezTo>
                  <a:pt x="273711" y="254943"/>
                  <a:pt x="277117" y="258254"/>
                  <a:pt x="280484" y="261521"/>
                </a:cubicBezTo>
                <a:cubicBezTo>
                  <a:pt x="275937" y="250368"/>
                  <a:pt x="272094" y="240653"/>
                  <a:pt x="268470" y="231372"/>
                </a:cubicBezTo>
                <a:lnTo>
                  <a:pt x="251480" y="186976"/>
                </a:lnTo>
                <a:cubicBezTo>
                  <a:pt x="249910" y="182619"/>
                  <a:pt x="248331" y="178306"/>
                  <a:pt x="246762" y="174036"/>
                </a:cubicBezTo>
                <a:lnTo>
                  <a:pt x="246590" y="173513"/>
                </a:lnTo>
                <a:cubicBezTo>
                  <a:pt x="242871" y="163275"/>
                  <a:pt x="238990" y="152688"/>
                  <a:pt x="235451" y="142188"/>
                </a:cubicBezTo>
                <a:lnTo>
                  <a:pt x="235013" y="140924"/>
                </a:lnTo>
                <a:lnTo>
                  <a:pt x="249910" y="134694"/>
                </a:lnTo>
                <a:lnTo>
                  <a:pt x="250472" y="135914"/>
                </a:lnTo>
                <a:cubicBezTo>
                  <a:pt x="255104" y="145455"/>
                  <a:pt x="259651" y="155040"/>
                  <a:pt x="263057" y="162360"/>
                </a:cubicBezTo>
                <a:lnTo>
                  <a:pt x="265939" y="168503"/>
                </a:lnTo>
                <a:cubicBezTo>
                  <a:pt x="267595" y="171945"/>
                  <a:pt x="269212" y="175430"/>
                  <a:pt x="270876" y="178873"/>
                </a:cubicBezTo>
                <a:lnTo>
                  <a:pt x="290311" y="222179"/>
                </a:lnTo>
                <a:cubicBezTo>
                  <a:pt x="294202" y="230719"/>
                  <a:pt x="297874" y="239302"/>
                  <a:pt x="301450" y="247624"/>
                </a:cubicBezTo>
                <a:lnTo>
                  <a:pt x="303372" y="252024"/>
                </a:lnTo>
                <a:cubicBezTo>
                  <a:pt x="303505" y="241175"/>
                  <a:pt x="303676" y="230283"/>
                  <a:pt x="303943" y="219478"/>
                </a:cubicBezTo>
                <a:lnTo>
                  <a:pt x="305427" y="171902"/>
                </a:lnTo>
                <a:cubicBezTo>
                  <a:pt x="305693" y="166586"/>
                  <a:pt x="305950" y="161270"/>
                  <a:pt x="306169" y="155955"/>
                </a:cubicBezTo>
                <a:cubicBezTo>
                  <a:pt x="306559" y="145847"/>
                  <a:pt x="307044" y="135042"/>
                  <a:pt x="307833" y="124369"/>
                </a:cubicBezTo>
                <a:close/>
                <a:moveTo>
                  <a:pt x="315776" y="36638"/>
                </a:moveTo>
                <a:cubicBezTo>
                  <a:pt x="241301" y="36725"/>
                  <a:pt x="171240" y="65654"/>
                  <a:pt x="118558" y="118110"/>
                </a:cubicBezTo>
                <a:cubicBezTo>
                  <a:pt x="65877" y="170567"/>
                  <a:pt x="36824" y="240320"/>
                  <a:pt x="36736" y="314517"/>
                </a:cubicBezTo>
                <a:cubicBezTo>
                  <a:pt x="36736" y="369675"/>
                  <a:pt x="53035" y="423090"/>
                  <a:pt x="83780" y="468923"/>
                </a:cubicBezTo>
                <a:cubicBezTo>
                  <a:pt x="114534" y="514758"/>
                  <a:pt x="157865" y="550179"/>
                  <a:pt x="209024" y="571266"/>
                </a:cubicBezTo>
                <a:cubicBezTo>
                  <a:pt x="260174" y="592353"/>
                  <a:pt x="315910" y="597843"/>
                  <a:pt x="370256" y="587081"/>
                </a:cubicBezTo>
                <a:cubicBezTo>
                  <a:pt x="424555" y="576320"/>
                  <a:pt x="473954" y="550005"/>
                  <a:pt x="513137" y="511011"/>
                </a:cubicBezTo>
                <a:cubicBezTo>
                  <a:pt x="552282" y="472017"/>
                  <a:pt x="578709" y="422785"/>
                  <a:pt x="589496" y="368716"/>
                </a:cubicBezTo>
                <a:cubicBezTo>
                  <a:pt x="600284" y="314648"/>
                  <a:pt x="594785" y="259098"/>
                  <a:pt x="573591" y="208166"/>
                </a:cubicBezTo>
                <a:cubicBezTo>
                  <a:pt x="552406" y="157235"/>
                  <a:pt x="516847" y="114103"/>
                  <a:pt x="470806" y="83474"/>
                </a:cubicBezTo>
                <a:cubicBezTo>
                  <a:pt x="424773" y="52845"/>
                  <a:pt x="371169" y="36638"/>
                  <a:pt x="315776" y="36638"/>
                </a:cubicBezTo>
                <a:close/>
                <a:moveTo>
                  <a:pt x="284825" y="1500"/>
                </a:moveTo>
                <a:cubicBezTo>
                  <a:pt x="315518" y="-1507"/>
                  <a:pt x="346665" y="-4"/>
                  <a:pt x="377419" y="6096"/>
                </a:cubicBezTo>
                <a:cubicBezTo>
                  <a:pt x="438881" y="18252"/>
                  <a:pt x="494787" y="48009"/>
                  <a:pt x="539088" y="92144"/>
                </a:cubicBezTo>
                <a:lnTo>
                  <a:pt x="539040" y="92187"/>
                </a:lnTo>
                <a:cubicBezTo>
                  <a:pt x="583379" y="136322"/>
                  <a:pt x="613259" y="192003"/>
                  <a:pt x="625492" y="253216"/>
                </a:cubicBezTo>
                <a:cubicBezTo>
                  <a:pt x="637726" y="314430"/>
                  <a:pt x="631514" y="377256"/>
                  <a:pt x="607532" y="434897"/>
                </a:cubicBezTo>
                <a:cubicBezTo>
                  <a:pt x="583551" y="492537"/>
                  <a:pt x="543321" y="541334"/>
                  <a:pt x="491210" y="576015"/>
                </a:cubicBezTo>
                <a:cubicBezTo>
                  <a:pt x="439100" y="610652"/>
                  <a:pt x="378465" y="628994"/>
                  <a:pt x="315776" y="628994"/>
                </a:cubicBezTo>
                <a:cubicBezTo>
                  <a:pt x="231474" y="628863"/>
                  <a:pt x="152233" y="596143"/>
                  <a:pt x="92607" y="536760"/>
                </a:cubicBezTo>
                <a:cubicBezTo>
                  <a:pt x="32980" y="477419"/>
                  <a:pt x="88" y="398474"/>
                  <a:pt x="0" y="314517"/>
                </a:cubicBezTo>
                <a:cubicBezTo>
                  <a:pt x="0" y="252083"/>
                  <a:pt x="18390" y="191698"/>
                  <a:pt x="53253" y="139765"/>
                </a:cubicBezTo>
                <a:cubicBezTo>
                  <a:pt x="88060" y="87874"/>
                  <a:pt x="137080" y="47835"/>
                  <a:pt x="194955" y="23959"/>
                </a:cubicBezTo>
                <a:cubicBezTo>
                  <a:pt x="223893" y="12021"/>
                  <a:pt x="254132" y="4506"/>
                  <a:pt x="284825" y="1500"/>
                </a:cubicBezTo>
                <a:close/>
              </a:path>
            </a:pathLst>
          </a:custGeom>
          <a:solidFill>
            <a:schemeClr val="lt1"/>
          </a:solidFill>
          <a:ln>
            <a:noFill/>
          </a:ln>
        </p:spPr>
        <p:txBody>
          <a:bodyPr spcFirstLastPara="1" wrap="square" lIns="141675" tIns="70825" rIns="141675" bIns="70825" anchor="ctr" anchorCtr="0">
            <a:noAutofit/>
          </a:bodyPr>
          <a:lstStyle/>
          <a:p>
            <a:pPr marL="0" marR="0" lvl="0" indent="0" algn="l" rtl="0">
              <a:lnSpc>
                <a:spcPct val="100000"/>
              </a:lnSpc>
              <a:spcBef>
                <a:spcPts val="0"/>
              </a:spcBef>
              <a:spcAft>
                <a:spcPts val="0"/>
              </a:spcAft>
              <a:buNone/>
            </a:pPr>
            <a:endParaRPr sz="2170" b="0" i="0" u="none" strike="noStrike" cap="none">
              <a:solidFill>
                <a:srgbClr val="000000"/>
              </a:solidFill>
              <a:latin typeface="Arial"/>
              <a:ea typeface="Arial"/>
              <a:cs typeface="Arial"/>
              <a:sym typeface="Arial"/>
            </a:endParaRPr>
          </a:p>
        </p:txBody>
      </p:sp>
      <p:sp>
        <p:nvSpPr>
          <p:cNvPr id="147" name="Google Shape;147;p22"/>
          <p:cNvSpPr/>
          <p:nvPr/>
        </p:nvSpPr>
        <p:spPr>
          <a:xfrm>
            <a:off x="9959575" y="-112837"/>
            <a:ext cx="5369888" cy="10512681"/>
          </a:xfrm>
          <a:custGeom>
            <a:avLst/>
            <a:gdLst/>
            <a:ahLst/>
            <a:cxnLst/>
            <a:rect l="l" t="t" r="r" b="b"/>
            <a:pathLst>
              <a:path w="1415923" h="2771966" extrusionOk="0">
                <a:moveTo>
                  <a:pt x="1415923" y="0"/>
                </a:moveTo>
                <a:lnTo>
                  <a:pt x="1413002" y="86741"/>
                </a:lnTo>
                <a:cubicBezTo>
                  <a:pt x="1407985" y="228346"/>
                  <a:pt x="1405509" y="374142"/>
                  <a:pt x="1403160" y="499682"/>
                </a:cubicBezTo>
                <a:cubicBezTo>
                  <a:pt x="1402842" y="516023"/>
                  <a:pt x="1402525" y="532363"/>
                  <a:pt x="1402207" y="548704"/>
                </a:cubicBezTo>
                <a:cubicBezTo>
                  <a:pt x="1387094" y="514096"/>
                  <a:pt x="1372426" y="479044"/>
                  <a:pt x="1357185" y="444436"/>
                </a:cubicBezTo>
                <a:cubicBezTo>
                  <a:pt x="1311339" y="337630"/>
                  <a:pt x="1265110" y="231204"/>
                  <a:pt x="1217613" y="125222"/>
                </a:cubicBezTo>
                <a:lnTo>
                  <a:pt x="1161161" y="0"/>
                </a:lnTo>
                <a:lnTo>
                  <a:pt x="832358" y="0"/>
                </a:lnTo>
                <a:lnTo>
                  <a:pt x="924814" y="244285"/>
                </a:lnTo>
                <a:cubicBezTo>
                  <a:pt x="973963" y="375602"/>
                  <a:pt x="1027303" y="512826"/>
                  <a:pt x="1090740" y="672020"/>
                </a:cubicBezTo>
                <a:cubicBezTo>
                  <a:pt x="981964" y="565785"/>
                  <a:pt x="870648" y="457835"/>
                  <a:pt x="758889" y="354584"/>
                </a:cubicBezTo>
                <a:lnTo>
                  <a:pt x="381445" y="0"/>
                </a:lnTo>
                <a:lnTo>
                  <a:pt x="1016" y="0"/>
                </a:lnTo>
                <a:lnTo>
                  <a:pt x="95187" y="103568"/>
                </a:lnTo>
                <a:lnTo>
                  <a:pt x="545846" y="579692"/>
                </a:lnTo>
                <a:lnTo>
                  <a:pt x="545783" y="579692"/>
                </a:lnTo>
                <a:cubicBezTo>
                  <a:pt x="769620" y="817055"/>
                  <a:pt x="1012000" y="1067117"/>
                  <a:pt x="1329881" y="1389253"/>
                </a:cubicBezTo>
                <a:cubicBezTo>
                  <a:pt x="1091819" y="1627314"/>
                  <a:pt x="813498" y="1908175"/>
                  <a:pt x="539814" y="2197862"/>
                </a:cubicBezTo>
                <a:lnTo>
                  <a:pt x="90297" y="2672652"/>
                </a:lnTo>
                <a:lnTo>
                  <a:pt x="0" y="2771966"/>
                </a:lnTo>
                <a:lnTo>
                  <a:pt x="403289" y="2771966"/>
                </a:lnTo>
                <a:lnTo>
                  <a:pt x="770065" y="2427288"/>
                </a:lnTo>
                <a:cubicBezTo>
                  <a:pt x="877634" y="2324735"/>
                  <a:pt x="985203" y="2220532"/>
                  <a:pt x="1092010" y="2116265"/>
                </a:cubicBezTo>
                <a:lnTo>
                  <a:pt x="1067816" y="2177606"/>
                </a:lnTo>
                <a:cubicBezTo>
                  <a:pt x="1021525" y="2293049"/>
                  <a:pt x="973455" y="2411984"/>
                  <a:pt x="927926" y="2532507"/>
                </a:cubicBezTo>
                <a:lnTo>
                  <a:pt x="836104" y="2771966"/>
                </a:lnTo>
                <a:lnTo>
                  <a:pt x="1175131" y="2771966"/>
                </a:lnTo>
                <a:lnTo>
                  <a:pt x="1228154" y="2653919"/>
                </a:lnTo>
                <a:cubicBezTo>
                  <a:pt x="1283398" y="2528697"/>
                  <a:pt x="1340803" y="2397125"/>
                  <a:pt x="1405319" y="2244852"/>
                </a:cubicBezTo>
                <a:cubicBezTo>
                  <a:pt x="1406017" y="2309051"/>
                  <a:pt x="1406652" y="2374138"/>
                  <a:pt x="1407795" y="2438845"/>
                </a:cubicBezTo>
                <a:cubicBezTo>
                  <a:pt x="1408875" y="2522093"/>
                  <a:pt x="1409954" y="2606231"/>
                  <a:pt x="1410589" y="2689860"/>
                </a:cubicBezTo>
                <a:cubicBezTo>
                  <a:pt x="1411266" y="2717229"/>
                  <a:pt x="1411944" y="2744597"/>
                  <a:pt x="1412621" y="2771966"/>
                </a:cubicBezTo>
              </a:path>
            </a:pathLst>
          </a:custGeom>
          <a:noFill/>
          <a:ln w="19050" cap="flat" cmpd="sng">
            <a:solidFill>
              <a:schemeClr val="accen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48" name="Google Shape;148;p22"/>
          <p:cNvSpPr txBox="1">
            <a:spLocks noGrp="1"/>
          </p:cNvSpPr>
          <p:nvPr>
            <p:ph type="title" idx="2"/>
          </p:nvPr>
        </p:nvSpPr>
        <p:spPr>
          <a:xfrm>
            <a:off x="685800" y="630200"/>
            <a:ext cx="6636600" cy="849600"/>
          </a:xfrm>
          <a:prstGeom prst="rect">
            <a:avLst/>
          </a:prstGeom>
          <a:noFill/>
          <a:ln>
            <a:noFill/>
          </a:ln>
        </p:spPr>
        <p:txBody>
          <a:bodyPr spcFirstLastPara="1" wrap="square" lIns="0" tIns="0" rIns="91425" bIns="0" anchor="t" anchorCtr="0">
            <a:noAutofit/>
          </a:bodyPr>
          <a:lstStyle>
            <a:lvl1pPr marR="0" lvl="0" algn="l">
              <a:lnSpc>
                <a:spcPct val="100000"/>
              </a:lnSpc>
              <a:spcBef>
                <a:spcPts val="0"/>
              </a:spcBef>
              <a:spcAft>
                <a:spcPts val="0"/>
              </a:spcAft>
              <a:buClr>
                <a:schemeClr val="lt1"/>
              </a:buClr>
              <a:buSzPts val="2400"/>
              <a:buFont typeface="Poppins SemiBold"/>
              <a:buNone/>
              <a:defRPr sz="2400" u="none" strike="noStrike" cap="none">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2400"/>
              <a:buFont typeface="Poppins SemiBold"/>
              <a:buNone/>
              <a:defRPr sz="24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2400"/>
              <a:buFont typeface="Poppins SemiBold"/>
              <a:buNone/>
              <a:defRPr sz="24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2400"/>
              <a:buFont typeface="Poppins SemiBold"/>
              <a:buNone/>
              <a:defRPr sz="24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2400"/>
              <a:buFont typeface="Poppins SemiBold"/>
              <a:buNone/>
              <a:defRPr sz="24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2400"/>
              <a:buFont typeface="Poppins SemiBold"/>
              <a:buNone/>
              <a:defRPr sz="24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2400"/>
              <a:buFont typeface="Poppins SemiBold"/>
              <a:buNone/>
              <a:defRPr sz="24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2400"/>
              <a:buFont typeface="Poppins SemiBold"/>
              <a:buNone/>
              <a:defRPr sz="24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2400"/>
              <a:buFont typeface="Poppins SemiBold"/>
              <a:buNone/>
              <a:defRPr sz="2400">
                <a:solidFill>
                  <a:schemeClr val="lt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tatement with spark outline - Light">
  <p:cSld name="Breaker_Denim_1_1_1_2_2_1_1_1_2_1_1_1_1">
    <p:bg>
      <p:bgPr>
        <a:solidFill>
          <a:schemeClr val="lt2"/>
        </a:solidFill>
        <a:effectLst/>
      </p:bgPr>
    </p:bg>
    <p:spTree>
      <p:nvGrpSpPr>
        <p:cNvPr id="1" name="Shape 149"/>
        <p:cNvGrpSpPr/>
        <p:nvPr/>
      </p:nvGrpSpPr>
      <p:grpSpPr>
        <a:xfrm>
          <a:off x="0" y="0"/>
          <a:ext cx="0" cy="0"/>
          <a:chOff x="0" y="0"/>
          <a:chExt cx="0" cy="0"/>
        </a:xfrm>
      </p:grpSpPr>
      <p:sp>
        <p:nvSpPr>
          <p:cNvPr id="150" name="Google Shape;150;p23"/>
          <p:cNvSpPr/>
          <p:nvPr/>
        </p:nvSpPr>
        <p:spPr>
          <a:xfrm>
            <a:off x="685799" y="8751602"/>
            <a:ext cx="852663" cy="849142"/>
          </a:xfrm>
          <a:custGeom>
            <a:avLst/>
            <a:gdLst/>
            <a:ahLst/>
            <a:cxnLst/>
            <a:rect l="l" t="t" r="r" b="b"/>
            <a:pathLst>
              <a:path w="631602" h="628994" extrusionOk="0">
                <a:moveTo>
                  <a:pt x="307919" y="123061"/>
                </a:moveTo>
                <a:lnTo>
                  <a:pt x="323948" y="123061"/>
                </a:lnTo>
                <a:lnTo>
                  <a:pt x="324034" y="124369"/>
                </a:lnTo>
                <a:cubicBezTo>
                  <a:pt x="324738" y="134737"/>
                  <a:pt x="325213" y="145237"/>
                  <a:pt x="325698" y="155955"/>
                </a:cubicBezTo>
                <a:cubicBezTo>
                  <a:pt x="325917" y="161270"/>
                  <a:pt x="326174" y="166586"/>
                  <a:pt x="326440" y="171902"/>
                </a:cubicBezTo>
                <a:lnTo>
                  <a:pt x="327753" y="219435"/>
                </a:lnTo>
                <a:cubicBezTo>
                  <a:pt x="328581" y="248407"/>
                  <a:pt x="328714" y="277163"/>
                  <a:pt x="328714" y="301648"/>
                </a:cubicBezTo>
                <a:cubicBezTo>
                  <a:pt x="361866" y="301866"/>
                  <a:pt x="387379" y="302258"/>
                  <a:pt x="411265" y="302955"/>
                </a:cubicBezTo>
                <a:lnTo>
                  <a:pt x="459276" y="304262"/>
                </a:lnTo>
                <a:cubicBezTo>
                  <a:pt x="464651" y="304524"/>
                  <a:pt x="469978" y="304785"/>
                  <a:pt x="475305" y="305002"/>
                </a:cubicBezTo>
                <a:lnTo>
                  <a:pt x="475572" y="304915"/>
                </a:lnTo>
                <a:cubicBezTo>
                  <a:pt x="485703" y="305307"/>
                  <a:pt x="496490" y="305787"/>
                  <a:pt x="507287" y="306571"/>
                </a:cubicBezTo>
                <a:lnTo>
                  <a:pt x="508590" y="306658"/>
                </a:lnTo>
                <a:lnTo>
                  <a:pt x="508590" y="321515"/>
                </a:lnTo>
                <a:lnTo>
                  <a:pt x="507287" y="321602"/>
                </a:lnTo>
                <a:cubicBezTo>
                  <a:pt x="496842" y="322343"/>
                  <a:pt x="486321" y="322823"/>
                  <a:pt x="475572" y="323301"/>
                </a:cubicBezTo>
                <a:lnTo>
                  <a:pt x="474915" y="323301"/>
                </a:lnTo>
                <a:cubicBezTo>
                  <a:pt x="469807" y="323519"/>
                  <a:pt x="464689" y="323737"/>
                  <a:pt x="459581" y="323999"/>
                </a:cubicBezTo>
                <a:lnTo>
                  <a:pt x="411884" y="325480"/>
                </a:lnTo>
                <a:cubicBezTo>
                  <a:pt x="400744" y="325915"/>
                  <a:pt x="389386" y="326090"/>
                  <a:pt x="378247" y="326220"/>
                </a:cubicBezTo>
                <a:cubicBezTo>
                  <a:pt x="389776" y="331144"/>
                  <a:pt x="399650" y="335457"/>
                  <a:pt x="409002" y="339683"/>
                </a:cubicBezTo>
                <a:lnTo>
                  <a:pt x="452332" y="359071"/>
                </a:lnTo>
                <a:cubicBezTo>
                  <a:pt x="457136" y="361380"/>
                  <a:pt x="461940" y="363646"/>
                  <a:pt x="466744" y="365824"/>
                </a:cubicBezTo>
                <a:lnTo>
                  <a:pt x="468009" y="366434"/>
                </a:lnTo>
                <a:cubicBezTo>
                  <a:pt x="477056" y="370661"/>
                  <a:pt x="486407" y="375017"/>
                  <a:pt x="495491" y="379591"/>
                </a:cubicBezTo>
                <a:lnTo>
                  <a:pt x="496671" y="380201"/>
                </a:lnTo>
                <a:lnTo>
                  <a:pt x="490906" y="393838"/>
                </a:lnTo>
                <a:lnTo>
                  <a:pt x="489679" y="393447"/>
                </a:lnTo>
                <a:cubicBezTo>
                  <a:pt x="480461" y="390441"/>
                  <a:pt x="471681" y="387304"/>
                  <a:pt x="461198" y="383513"/>
                </a:cubicBezTo>
                <a:cubicBezTo>
                  <a:pt x="455738" y="381552"/>
                  <a:pt x="450192" y="379548"/>
                  <a:pt x="444646" y="377632"/>
                </a:cubicBezTo>
                <a:lnTo>
                  <a:pt x="400002" y="360857"/>
                </a:lnTo>
                <a:cubicBezTo>
                  <a:pt x="392050" y="357851"/>
                  <a:pt x="384145" y="354758"/>
                  <a:pt x="376240" y="351621"/>
                </a:cubicBezTo>
                <a:cubicBezTo>
                  <a:pt x="373662" y="350619"/>
                  <a:pt x="371084" y="349573"/>
                  <a:pt x="368506" y="348571"/>
                </a:cubicBezTo>
                <a:lnTo>
                  <a:pt x="370998" y="351142"/>
                </a:lnTo>
                <a:cubicBezTo>
                  <a:pt x="377372" y="357720"/>
                  <a:pt x="384801" y="365344"/>
                  <a:pt x="391879" y="372882"/>
                </a:cubicBezTo>
                <a:lnTo>
                  <a:pt x="424545" y="407562"/>
                </a:lnTo>
                <a:cubicBezTo>
                  <a:pt x="427608" y="410961"/>
                  <a:pt x="430662" y="414316"/>
                  <a:pt x="433725" y="417627"/>
                </a:cubicBezTo>
                <a:lnTo>
                  <a:pt x="434772" y="418803"/>
                </a:lnTo>
                <a:cubicBezTo>
                  <a:pt x="441887" y="426602"/>
                  <a:pt x="449269" y="434706"/>
                  <a:pt x="456394" y="442897"/>
                </a:cubicBezTo>
                <a:lnTo>
                  <a:pt x="457269" y="443899"/>
                </a:lnTo>
                <a:lnTo>
                  <a:pt x="446739" y="454355"/>
                </a:lnTo>
                <a:lnTo>
                  <a:pt x="445740" y="453527"/>
                </a:lnTo>
                <a:cubicBezTo>
                  <a:pt x="436864" y="445946"/>
                  <a:pt x="428179" y="438104"/>
                  <a:pt x="420835" y="431395"/>
                </a:cubicBezTo>
                <a:cubicBezTo>
                  <a:pt x="417297" y="428171"/>
                  <a:pt x="413758" y="424947"/>
                  <a:pt x="410219" y="421766"/>
                </a:cubicBezTo>
                <a:lnTo>
                  <a:pt x="375364" y="389220"/>
                </a:lnTo>
                <a:cubicBezTo>
                  <a:pt x="368116" y="382467"/>
                  <a:pt x="360819" y="375453"/>
                  <a:pt x="353780" y="368656"/>
                </a:cubicBezTo>
                <a:lnTo>
                  <a:pt x="351116" y="366086"/>
                </a:lnTo>
                <a:cubicBezTo>
                  <a:pt x="355007" y="375714"/>
                  <a:pt x="359022" y="385996"/>
                  <a:pt x="363302" y="397324"/>
                </a:cubicBezTo>
                <a:lnTo>
                  <a:pt x="380121" y="441721"/>
                </a:lnTo>
                <a:cubicBezTo>
                  <a:pt x="381652" y="446165"/>
                  <a:pt x="383222" y="450565"/>
                  <a:pt x="384801" y="454922"/>
                </a:cubicBezTo>
                <a:lnTo>
                  <a:pt x="386856" y="460716"/>
                </a:lnTo>
                <a:cubicBezTo>
                  <a:pt x="389862" y="469169"/>
                  <a:pt x="393011" y="477969"/>
                  <a:pt x="395941" y="486683"/>
                </a:cubicBezTo>
                <a:lnTo>
                  <a:pt x="396378" y="487946"/>
                </a:lnTo>
                <a:lnTo>
                  <a:pt x="382661" y="493698"/>
                </a:lnTo>
                <a:lnTo>
                  <a:pt x="382042" y="492521"/>
                </a:lnTo>
                <a:cubicBezTo>
                  <a:pt x="377419" y="483416"/>
                  <a:pt x="373043" y="474179"/>
                  <a:pt x="368239" y="463897"/>
                </a:cubicBezTo>
                <a:cubicBezTo>
                  <a:pt x="366013" y="459104"/>
                  <a:pt x="363740" y="454312"/>
                  <a:pt x="361476" y="449563"/>
                </a:cubicBezTo>
                <a:lnTo>
                  <a:pt x="341861" y="406256"/>
                </a:lnTo>
                <a:cubicBezTo>
                  <a:pt x="337447" y="396540"/>
                  <a:pt x="333299" y="386912"/>
                  <a:pt x="329237" y="377632"/>
                </a:cubicBezTo>
                <a:lnTo>
                  <a:pt x="328362" y="375584"/>
                </a:lnTo>
                <a:cubicBezTo>
                  <a:pt x="328181" y="386824"/>
                  <a:pt x="328010" y="398108"/>
                  <a:pt x="327620" y="409131"/>
                </a:cubicBezTo>
                <a:lnTo>
                  <a:pt x="326136" y="456621"/>
                </a:lnTo>
                <a:cubicBezTo>
                  <a:pt x="325870" y="461936"/>
                  <a:pt x="325613" y="467251"/>
                  <a:pt x="325394" y="472566"/>
                </a:cubicBezTo>
                <a:cubicBezTo>
                  <a:pt x="324956" y="483198"/>
                  <a:pt x="324519" y="493611"/>
                  <a:pt x="323729" y="504154"/>
                </a:cubicBezTo>
                <a:lnTo>
                  <a:pt x="323644" y="505461"/>
                </a:lnTo>
                <a:lnTo>
                  <a:pt x="308747" y="505461"/>
                </a:lnTo>
                <a:lnTo>
                  <a:pt x="308661" y="504154"/>
                </a:lnTo>
                <a:cubicBezTo>
                  <a:pt x="307957" y="493959"/>
                  <a:pt x="307481" y="483807"/>
                  <a:pt x="306996" y="472566"/>
                </a:cubicBezTo>
                <a:cubicBezTo>
                  <a:pt x="306778" y="467251"/>
                  <a:pt x="306521" y="461936"/>
                  <a:pt x="306254" y="456621"/>
                </a:cubicBezTo>
                <a:lnTo>
                  <a:pt x="304770" y="409088"/>
                </a:lnTo>
                <a:cubicBezTo>
                  <a:pt x="303810" y="381684"/>
                  <a:pt x="303638" y="353799"/>
                  <a:pt x="303458" y="326830"/>
                </a:cubicBezTo>
                <a:lnTo>
                  <a:pt x="290920" y="326830"/>
                </a:lnTo>
                <a:cubicBezTo>
                  <a:pt x="267947" y="326700"/>
                  <a:pt x="244231" y="326613"/>
                  <a:pt x="220944" y="325915"/>
                </a:cubicBezTo>
                <a:lnTo>
                  <a:pt x="173247" y="324609"/>
                </a:lnTo>
                <a:cubicBezTo>
                  <a:pt x="167873" y="324347"/>
                  <a:pt x="162545" y="324086"/>
                  <a:pt x="157209" y="323868"/>
                </a:cubicBezTo>
                <a:cubicBezTo>
                  <a:pt x="147030" y="323432"/>
                  <a:pt x="136157" y="322996"/>
                  <a:pt x="125503" y="322212"/>
                </a:cubicBezTo>
                <a:lnTo>
                  <a:pt x="124190" y="322125"/>
                </a:lnTo>
                <a:lnTo>
                  <a:pt x="124190" y="306092"/>
                </a:lnTo>
                <a:lnTo>
                  <a:pt x="125503" y="306005"/>
                </a:lnTo>
                <a:cubicBezTo>
                  <a:pt x="135853" y="305307"/>
                  <a:pt x="145984" y="304829"/>
                  <a:pt x="157209" y="304349"/>
                </a:cubicBezTo>
                <a:cubicBezTo>
                  <a:pt x="162545" y="304131"/>
                  <a:pt x="167873" y="303870"/>
                  <a:pt x="173200" y="303609"/>
                </a:cubicBezTo>
                <a:lnTo>
                  <a:pt x="220944" y="302301"/>
                </a:lnTo>
                <a:cubicBezTo>
                  <a:pt x="231779" y="302040"/>
                  <a:pt x="242738" y="301866"/>
                  <a:pt x="253620" y="301735"/>
                </a:cubicBezTo>
                <a:lnTo>
                  <a:pt x="249206" y="299862"/>
                </a:lnTo>
                <a:cubicBezTo>
                  <a:pt x="241035" y="296376"/>
                  <a:pt x="232350" y="292673"/>
                  <a:pt x="223655" y="288752"/>
                </a:cubicBezTo>
                <a:lnTo>
                  <a:pt x="175559" y="267273"/>
                </a:lnTo>
                <a:cubicBezTo>
                  <a:pt x="171754" y="265530"/>
                  <a:pt x="167958" y="263744"/>
                  <a:pt x="164153" y="262001"/>
                </a:cubicBezTo>
                <a:lnTo>
                  <a:pt x="162764" y="261348"/>
                </a:lnTo>
                <a:cubicBezTo>
                  <a:pt x="154241" y="257426"/>
                  <a:pt x="145422" y="253374"/>
                  <a:pt x="136899" y="249060"/>
                </a:cubicBezTo>
                <a:lnTo>
                  <a:pt x="135719" y="248451"/>
                </a:lnTo>
                <a:lnTo>
                  <a:pt x="141969" y="233638"/>
                </a:lnTo>
                <a:lnTo>
                  <a:pt x="143234" y="234073"/>
                </a:lnTo>
                <a:cubicBezTo>
                  <a:pt x="153889" y="237646"/>
                  <a:pt x="164638" y="241524"/>
                  <a:pt x="175036" y="245270"/>
                </a:cubicBezTo>
                <a:lnTo>
                  <a:pt x="188182" y="250020"/>
                </a:lnTo>
                <a:lnTo>
                  <a:pt x="232873" y="266836"/>
                </a:lnTo>
                <a:cubicBezTo>
                  <a:pt x="242091" y="270410"/>
                  <a:pt x="251261" y="274069"/>
                  <a:pt x="260431" y="277729"/>
                </a:cubicBezTo>
                <a:lnTo>
                  <a:pt x="262971" y="278731"/>
                </a:lnTo>
                <a:cubicBezTo>
                  <a:pt x="256331" y="272109"/>
                  <a:pt x="249206" y="264745"/>
                  <a:pt x="240474" y="255596"/>
                </a:cubicBezTo>
                <a:lnTo>
                  <a:pt x="207626" y="221090"/>
                </a:lnTo>
                <a:cubicBezTo>
                  <a:pt x="203165" y="216123"/>
                  <a:pt x="198713" y="211244"/>
                  <a:pt x="194251" y="206407"/>
                </a:cubicBezTo>
                <a:cubicBezTo>
                  <a:pt x="187526" y="199088"/>
                  <a:pt x="181457" y="192509"/>
                  <a:pt x="175559" y="185712"/>
                </a:cubicBezTo>
                <a:lnTo>
                  <a:pt x="174684" y="184711"/>
                </a:lnTo>
                <a:lnTo>
                  <a:pt x="186042" y="173426"/>
                </a:lnTo>
                <a:lnTo>
                  <a:pt x="187050" y="174298"/>
                </a:lnTo>
                <a:cubicBezTo>
                  <a:pt x="194736" y="180920"/>
                  <a:pt x="201985" y="187499"/>
                  <a:pt x="210680" y="195428"/>
                </a:cubicBezTo>
                <a:cubicBezTo>
                  <a:pt x="214609" y="199045"/>
                  <a:pt x="218547" y="202617"/>
                  <a:pt x="222514" y="206189"/>
                </a:cubicBezTo>
                <a:lnTo>
                  <a:pt x="257159" y="238910"/>
                </a:lnTo>
                <a:cubicBezTo>
                  <a:pt x="261525" y="243179"/>
                  <a:pt x="265939" y="247449"/>
                  <a:pt x="270306" y="251675"/>
                </a:cubicBezTo>
                <a:cubicBezTo>
                  <a:pt x="273711" y="254943"/>
                  <a:pt x="277117" y="258254"/>
                  <a:pt x="280484" y="261521"/>
                </a:cubicBezTo>
                <a:cubicBezTo>
                  <a:pt x="275937" y="250368"/>
                  <a:pt x="272094" y="240653"/>
                  <a:pt x="268470" y="231372"/>
                </a:cubicBezTo>
                <a:lnTo>
                  <a:pt x="251480" y="186976"/>
                </a:lnTo>
                <a:cubicBezTo>
                  <a:pt x="249910" y="182619"/>
                  <a:pt x="248331" y="178306"/>
                  <a:pt x="246762" y="174036"/>
                </a:cubicBezTo>
                <a:lnTo>
                  <a:pt x="246590" y="173513"/>
                </a:lnTo>
                <a:cubicBezTo>
                  <a:pt x="242871" y="163275"/>
                  <a:pt x="238990" y="152688"/>
                  <a:pt x="235451" y="142188"/>
                </a:cubicBezTo>
                <a:lnTo>
                  <a:pt x="235013" y="140924"/>
                </a:lnTo>
                <a:lnTo>
                  <a:pt x="249910" y="134694"/>
                </a:lnTo>
                <a:lnTo>
                  <a:pt x="250472" y="135914"/>
                </a:lnTo>
                <a:cubicBezTo>
                  <a:pt x="255104" y="145455"/>
                  <a:pt x="259651" y="155040"/>
                  <a:pt x="263057" y="162360"/>
                </a:cubicBezTo>
                <a:lnTo>
                  <a:pt x="265939" y="168503"/>
                </a:lnTo>
                <a:cubicBezTo>
                  <a:pt x="267595" y="171945"/>
                  <a:pt x="269212" y="175430"/>
                  <a:pt x="270876" y="178873"/>
                </a:cubicBezTo>
                <a:lnTo>
                  <a:pt x="290311" y="222179"/>
                </a:lnTo>
                <a:cubicBezTo>
                  <a:pt x="294202" y="230719"/>
                  <a:pt x="297874" y="239302"/>
                  <a:pt x="301450" y="247624"/>
                </a:cubicBezTo>
                <a:lnTo>
                  <a:pt x="303372" y="252024"/>
                </a:lnTo>
                <a:cubicBezTo>
                  <a:pt x="303505" y="241175"/>
                  <a:pt x="303676" y="230283"/>
                  <a:pt x="303943" y="219478"/>
                </a:cubicBezTo>
                <a:lnTo>
                  <a:pt x="305427" y="171902"/>
                </a:lnTo>
                <a:cubicBezTo>
                  <a:pt x="305693" y="166586"/>
                  <a:pt x="305950" y="161270"/>
                  <a:pt x="306169" y="155955"/>
                </a:cubicBezTo>
                <a:cubicBezTo>
                  <a:pt x="306559" y="145847"/>
                  <a:pt x="307044" y="135042"/>
                  <a:pt x="307833" y="124369"/>
                </a:cubicBezTo>
                <a:close/>
                <a:moveTo>
                  <a:pt x="315776" y="36638"/>
                </a:moveTo>
                <a:cubicBezTo>
                  <a:pt x="241301" y="36725"/>
                  <a:pt x="171240" y="65654"/>
                  <a:pt x="118558" y="118110"/>
                </a:cubicBezTo>
                <a:cubicBezTo>
                  <a:pt x="65877" y="170567"/>
                  <a:pt x="36824" y="240320"/>
                  <a:pt x="36736" y="314517"/>
                </a:cubicBezTo>
                <a:cubicBezTo>
                  <a:pt x="36736" y="369675"/>
                  <a:pt x="53035" y="423090"/>
                  <a:pt x="83780" y="468923"/>
                </a:cubicBezTo>
                <a:cubicBezTo>
                  <a:pt x="114534" y="514758"/>
                  <a:pt x="157865" y="550179"/>
                  <a:pt x="209024" y="571266"/>
                </a:cubicBezTo>
                <a:cubicBezTo>
                  <a:pt x="260174" y="592353"/>
                  <a:pt x="315910" y="597843"/>
                  <a:pt x="370256" y="587081"/>
                </a:cubicBezTo>
                <a:cubicBezTo>
                  <a:pt x="424555" y="576320"/>
                  <a:pt x="473954" y="550005"/>
                  <a:pt x="513137" y="511011"/>
                </a:cubicBezTo>
                <a:cubicBezTo>
                  <a:pt x="552282" y="472017"/>
                  <a:pt x="578709" y="422785"/>
                  <a:pt x="589496" y="368716"/>
                </a:cubicBezTo>
                <a:cubicBezTo>
                  <a:pt x="600284" y="314648"/>
                  <a:pt x="594785" y="259098"/>
                  <a:pt x="573591" y="208166"/>
                </a:cubicBezTo>
                <a:cubicBezTo>
                  <a:pt x="552406" y="157235"/>
                  <a:pt x="516847" y="114103"/>
                  <a:pt x="470806" y="83474"/>
                </a:cubicBezTo>
                <a:cubicBezTo>
                  <a:pt x="424773" y="52845"/>
                  <a:pt x="371169" y="36638"/>
                  <a:pt x="315776" y="36638"/>
                </a:cubicBezTo>
                <a:close/>
                <a:moveTo>
                  <a:pt x="284825" y="1500"/>
                </a:moveTo>
                <a:cubicBezTo>
                  <a:pt x="315518" y="-1507"/>
                  <a:pt x="346665" y="-4"/>
                  <a:pt x="377419" y="6096"/>
                </a:cubicBezTo>
                <a:cubicBezTo>
                  <a:pt x="438881" y="18252"/>
                  <a:pt x="494787" y="48009"/>
                  <a:pt x="539088" y="92144"/>
                </a:cubicBezTo>
                <a:lnTo>
                  <a:pt x="539040" y="92187"/>
                </a:lnTo>
                <a:cubicBezTo>
                  <a:pt x="583379" y="136322"/>
                  <a:pt x="613259" y="192003"/>
                  <a:pt x="625492" y="253216"/>
                </a:cubicBezTo>
                <a:cubicBezTo>
                  <a:pt x="637726" y="314430"/>
                  <a:pt x="631514" y="377256"/>
                  <a:pt x="607532" y="434897"/>
                </a:cubicBezTo>
                <a:cubicBezTo>
                  <a:pt x="583551" y="492537"/>
                  <a:pt x="543321" y="541334"/>
                  <a:pt x="491210" y="576015"/>
                </a:cubicBezTo>
                <a:cubicBezTo>
                  <a:pt x="439100" y="610652"/>
                  <a:pt x="378465" y="628994"/>
                  <a:pt x="315776" y="628994"/>
                </a:cubicBezTo>
                <a:cubicBezTo>
                  <a:pt x="231474" y="628863"/>
                  <a:pt x="152233" y="596143"/>
                  <a:pt x="92607" y="536760"/>
                </a:cubicBezTo>
                <a:cubicBezTo>
                  <a:pt x="32980" y="477419"/>
                  <a:pt x="88" y="398474"/>
                  <a:pt x="0" y="314517"/>
                </a:cubicBezTo>
                <a:cubicBezTo>
                  <a:pt x="0" y="252083"/>
                  <a:pt x="18390" y="191698"/>
                  <a:pt x="53253" y="139765"/>
                </a:cubicBezTo>
                <a:cubicBezTo>
                  <a:pt x="88060" y="87874"/>
                  <a:pt x="137080" y="47835"/>
                  <a:pt x="194955" y="23959"/>
                </a:cubicBezTo>
                <a:cubicBezTo>
                  <a:pt x="223893" y="12021"/>
                  <a:pt x="254132" y="4506"/>
                  <a:pt x="284825" y="1500"/>
                </a:cubicBezTo>
                <a:close/>
              </a:path>
            </a:pathLst>
          </a:custGeom>
          <a:solidFill>
            <a:schemeClr val="dk1"/>
          </a:solidFill>
          <a:ln>
            <a:noFill/>
          </a:ln>
        </p:spPr>
        <p:txBody>
          <a:bodyPr spcFirstLastPara="1" wrap="square" lIns="141675" tIns="70825" rIns="141675" bIns="70825" anchor="ctr" anchorCtr="0">
            <a:noAutofit/>
          </a:bodyPr>
          <a:lstStyle/>
          <a:p>
            <a:pPr marL="0" marR="0" lvl="0" indent="0" algn="l" rtl="0">
              <a:lnSpc>
                <a:spcPct val="100000"/>
              </a:lnSpc>
              <a:spcBef>
                <a:spcPts val="0"/>
              </a:spcBef>
              <a:spcAft>
                <a:spcPts val="0"/>
              </a:spcAft>
              <a:buNone/>
            </a:pPr>
            <a:endParaRPr sz="2170" b="0" i="0" u="none" strike="noStrike" cap="none">
              <a:solidFill>
                <a:srgbClr val="000000"/>
              </a:solidFill>
              <a:latin typeface="Arial"/>
              <a:ea typeface="Arial"/>
              <a:cs typeface="Arial"/>
              <a:sym typeface="Arial"/>
            </a:endParaRPr>
          </a:p>
        </p:txBody>
      </p:sp>
      <p:sp>
        <p:nvSpPr>
          <p:cNvPr id="151" name="Google Shape;151;p23"/>
          <p:cNvSpPr txBox="1">
            <a:spLocks noGrp="1"/>
          </p:cNvSpPr>
          <p:nvPr>
            <p:ph type="title"/>
          </p:nvPr>
        </p:nvSpPr>
        <p:spPr>
          <a:xfrm>
            <a:off x="685800" y="3210750"/>
            <a:ext cx="10299600" cy="3865500"/>
          </a:xfrm>
          <a:prstGeom prst="rect">
            <a:avLst/>
          </a:prstGeom>
        </p:spPr>
        <p:txBody>
          <a:bodyPr spcFirstLastPara="1" wrap="square" lIns="0" tIns="0" rIns="0" bIns="0" anchor="ctr" anchorCtr="0">
            <a:noAutofit/>
          </a:bodyPr>
          <a:lstStyle>
            <a:lvl1pPr lvl="0">
              <a:spcBef>
                <a:spcPts val="0"/>
              </a:spcBef>
              <a:spcAft>
                <a:spcPts val="0"/>
              </a:spcAft>
              <a:buSzPts val="5600"/>
              <a:buFont typeface="Poppins Light"/>
              <a:buNone/>
              <a:defRPr sz="5600">
                <a:latin typeface="Poppins Light"/>
                <a:ea typeface="Poppins Light"/>
                <a:cs typeface="Poppins Light"/>
                <a:sym typeface="Poppins Light"/>
              </a:defRPr>
            </a:lvl1pPr>
            <a:lvl2pPr lvl="1">
              <a:spcBef>
                <a:spcPts val="0"/>
              </a:spcBef>
              <a:spcAft>
                <a:spcPts val="0"/>
              </a:spcAft>
              <a:buSzPts val="8000"/>
              <a:buFont typeface="Poppins SemiBold"/>
              <a:buNone/>
              <a:defRPr sz="8000" b="0">
                <a:latin typeface="Poppins SemiBold"/>
                <a:ea typeface="Poppins SemiBold"/>
                <a:cs typeface="Poppins SemiBold"/>
                <a:sym typeface="Poppins SemiBold"/>
              </a:defRPr>
            </a:lvl2pPr>
            <a:lvl3pPr lvl="2">
              <a:spcBef>
                <a:spcPts val="0"/>
              </a:spcBef>
              <a:spcAft>
                <a:spcPts val="0"/>
              </a:spcAft>
              <a:buSzPts val="8000"/>
              <a:buFont typeface="Poppins SemiBold"/>
              <a:buNone/>
              <a:defRPr sz="8000" b="0">
                <a:latin typeface="Poppins SemiBold"/>
                <a:ea typeface="Poppins SemiBold"/>
                <a:cs typeface="Poppins SemiBold"/>
                <a:sym typeface="Poppins SemiBold"/>
              </a:defRPr>
            </a:lvl3pPr>
            <a:lvl4pPr lvl="3">
              <a:spcBef>
                <a:spcPts val="0"/>
              </a:spcBef>
              <a:spcAft>
                <a:spcPts val="0"/>
              </a:spcAft>
              <a:buSzPts val="8000"/>
              <a:buFont typeface="Poppins SemiBold"/>
              <a:buNone/>
              <a:defRPr sz="8000" b="0">
                <a:latin typeface="Poppins SemiBold"/>
                <a:ea typeface="Poppins SemiBold"/>
                <a:cs typeface="Poppins SemiBold"/>
                <a:sym typeface="Poppins SemiBold"/>
              </a:defRPr>
            </a:lvl4pPr>
            <a:lvl5pPr lvl="4">
              <a:spcBef>
                <a:spcPts val="0"/>
              </a:spcBef>
              <a:spcAft>
                <a:spcPts val="0"/>
              </a:spcAft>
              <a:buSzPts val="8000"/>
              <a:buFont typeface="Poppins SemiBold"/>
              <a:buNone/>
              <a:defRPr sz="8000" b="0">
                <a:latin typeface="Poppins SemiBold"/>
                <a:ea typeface="Poppins SemiBold"/>
                <a:cs typeface="Poppins SemiBold"/>
                <a:sym typeface="Poppins SemiBold"/>
              </a:defRPr>
            </a:lvl5pPr>
            <a:lvl6pPr lvl="5">
              <a:spcBef>
                <a:spcPts val="0"/>
              </a:spcBef>
              <a:spcAft>
                <a:spcPts val="0"/>
              </a:spcAft>
              <a:buSzPts val="8000"/>
              <a:buFont typeface="Poppins SemiBold"/>
              <a:buNone/>
              <a:defRPr sz="8000" b="0">
                <a:latin typeface="Poppins SemiBold"/>
                <a:ea typeface="Poppins SemiBold"/>
                <a:cs typeface="Poppins SemiBold"/>
                <a:sym typeface="Poppins SemiBold"/>
              </a:defRPr>
            </a:lvl6pPr>
            <a:lvl7pPr lvl="6">
              <a:spcBef>
                <a:spcPts val="0"/>
              </a:spcBef>
              <a:spcAft>
                <a:spcPts val="0"/>
              </a:spcAft>
              <a:buSzPts val="8000"/>
              <a:buFont typeface="Poppins SemiBold"/>
              <a:buNone/>
              <a:defRPr sz="8000" b="0">
                <a:latin typeface="Poppins SemiBold"/>
                <a:ea typeface="Poppins SemiBold"/>
                <a:cs typeface="Poppins SemiBold"/>
                <a:sym typeface="Poppins SemiBold"/>
              </a:defRPr>
            </a:lvl7pPr>
            <a:lvl8pPr lvl="7">
              <a:spcBef>
                <a:spcPts val="0"/>
              </a:spcBef>
              <a:spcAft>
                <a:spcPts val="0"/>
              </a:spcAft>
              <a:buSzPts val="8000"/>
              <a:buFont typeface="Poppins SemiBold"/>
              <a:buNone/>
              <a:defRPr sz="8000" b="0">
                <a:latin typeface="Poppins SemiBold"/>
                <a:ea typeface="Poppins SemiBold"/>
                <a:cs typeface="Poppins SemiBold"/>
                <a:sym typeface="Poppins SemiBold"/>
              </a:defRPr>
            </a:lvl8pPr>
            <a:lvl9pPr lvl="8">
              <a:spcBef>
                <a:spcPts val="0"/>
              </a:spcBef>
              <a:spcAft>
                <a:spcPts val="0"/>
              </a:spcAft>
              <a:buSzPts val="8000"/>
              <a:buFont typeface="Poppins SemiBold"/>
              <a:buNone/>
              <a:defRPr sz="8000" b="0">
                <a:latin typeface="Poppins SemiBold"/>
                <a:ea typeface="Poppins SemiBold"/>
                <a:cs typeface="Poppins SemiBold"/>
                <a:sym typeface="Poppins SemiBold"/>
              </a:defRPr>
            </a:lvl9pPr>
          </a:lstStyle>
          <a:p>
            <a:endParaRPr/>
          </a:p>
        </p:txBody>
      </p:sp>
      <p:sp>
        <p:nvSpPr>
          <p:cNvPr id="152" name="Google Shape;152;p23"/>
          <p:cNvSpPr/>
          <p:nvPr/>
        </p:nvSpPr>
        <p:spPr>
          <a:xfrm>
            <a:off x="9959575" y="-112837"/>
            <a:ext cx="5369888" cy="10512681"/>
          </a:xfrm>
          <a:custGeom>
            <a:avLst/>
            <a:gdLst/>
            <a:ahLst/>
            <a:cxnLst/>
            <a:rect l="l" t="t" r="r" b="b"/>
            <a:pathLst>
              <a:path w="1415923" h="2771966" extrusionOk="0">
                <a:moveTo>
                  <a:pt x="1415923" y="0"/>
                </a:moveTo>
                <a:lnTo>
                  <a:pt x="1413002" y="86741"/>
                </a:lnTo>
                <a:cubicBezTo>
                  <a:pt x="1407985" y="228346"/>
                  <a:pt x="1405509" y="374142"/>
                  <a:pt x="1403160" y="499682"/>
                </a:cubicBezTo>
                <a:cubicBezTo>
                  <a:pt x="1402842" y="516023"/>
                  <a:pt x="1402525" y="532363"/>
                  <a:pt x="1402207" y="548704"/>
                </a:cubicBezTo>
                <a:cubicBezTo>
                  <a:pt x="1387094" y="514096"/>
                  <a:pt x="1372426" y="479044"/>
                  <a:pt x="1357185" y="444436"/>
                </a:cubicBezTo>
                <a:cubicBezTo>
                  <a:pt x="1311339" y="337630"/>
                  <a:pt x="1265110" y="231204"/>
                  <a:pt x="1217613" y="125222"/>
                </a:cubicBezTo>
                <a:lnTo>
                  <a:pt x="1161161" y="0"/>
                </a:lnTo>
                <a:lnTo>
                  <a:pt x="832358" y="0"/>
                </a:lnTo>
                <a:lnTo>
                  <a:pt x="924814" y="244285"/>
                </a:lnTo>
                <a:cubicBezTo>
                  <a:pt x="973963" y="375602"/>
                  <a:pt x="1027303" y="512826"/>
                  <a:pt x="1090740" y="672020"/>
                </a:cubicBezTo>
                <a:cubicBezTo>
                  <a:pt x="981964" y="565785"/>
                  <a:pt x="870648" y="457835"/>
                  <a:pt x="758889" y="354584"/>
                </a:cubicBezTo>
                <a:lnTo>
                  <a:pt x="381445" y="0"/>
                </a:lnTo>
                <a:lnTo>
                  <a:pt x="1016" y="0"/>
                </a:lnTo>
                <a:lnTo>
                  <a:pt x="95187" y="103568"/>
                </a:lnTo>
                <a:lnTo>
                  <a:pt x="545846" y="579692"/>
                </a:lnTo>
                <a:lnTo>
                  <a:pt x="545783" y="579692"/>
                </a:lnTo>
                <a:cubicBezTo>
                  <a:pt x="769620" y="817055"/>
                  <a:pt x="1012000" y="1067117"/>
                  <a:pt x="1329881" y="1389253"/>
                </a:cubicBezTo>
                <a:cubicBezTo>
                  <a:pt x="1091819" y="1627314"/>
                  <a:pt x="813498" y="1908175"/>
                  <a:pt x="539814" y="2197862"/>
                </a:cubicBezTo>
                <a:lnTo>
                  <a:pt x="90297" y="2672652"/>
                </a:lnTo>
                <a:lnTo>
                  <a:pt x="0" y="2771966"/>
                </a:lnTo>
                <a:lnTo>
                  <a:pt x="403289" y="2771966"/>
                </a:lnTo>
                <a:lnTo>
                  <a:pt x="770065" y="2427288"/>
                </a:lnTo>
                <a:cubicBezTo>
                  <a:pt x="877634" y="2324735"/>
                  <a:pt x="985203" y="2220532"/>
                  <a:pt x="1092010" y="2116265"/>
                </a:cubicBezTo>
                <a:lnTo>
                  <a:pt x="1067816" y="2177606"/>
                </a:lnTo>
                <a:cubicBezTo>
                  <a:pt x="1021525" y="2293049"/>
                  <a:pt x="973455" y="2411984"/>
                  <a:pt x="927926" y="2532507"/>
                </a:cubicBezTo>
                <a:lnTo>
                  <a:pt x="836104" y="2771966"/>
                </a:lnTo>
                <a:lnTo>
                  <a:pt x="1175131" y="2771966"/>
                </a:lnTo>
                <a:lnTo>
                  <a:pt x="1228154" y="2653919"/>
                </a:lnTo>
                <a:cubicBezTo>
                  <a:pt x="1283398" y="2528697"/>
                  <a:pt x="1340803" y="2397125"/>
                  <a:pt x="1405319" y="2244852"/>
                </a:cubicBezTo>
                <a:cubicBezTo>
                  <a:pt x="1406017" y="2309051"/>
                  <a:pt x="1406652" y="2374138"/>
                  <a:pt x="1407795" y="2438845"/>
                </a:cubicBezTo>
                <a:cubicBezTo>
                  <a:pt x="1408875" y="2522093"/>
                  <a:pt x="1409954" y="2606231"/>
                  <a:pt x="1410589" y="2689860"/>
                </a:cubicBezTo>
                <a:cubicBezTo>
                  <a:pt x="1411266" y="2717229"/>
                  <a:pt x="1411944" y="2744597"/>
                  <a:pt x="1412621" y="2771966"/>
                </a:cubicBezTo>
              </a:path>
            </a:pathLst>
          </a:cu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53" name="Google Shape;153;p23"/>
          <p:cNvSpPr txBox="1">
            <a:spLocks noGrp="1"/>
          </p:cNvSpPr>
          <p:nvPr>
            <p:ph type="title" idx="2"/>
          </p:nvPr>
        </p:nvSpPr>
        <p:spPr>
          <a:xfrm>
            <a:off x="685800" y="630200"/>
            <a:ext cx="6636600" cy="849600"/>
          </a:xfrm>
          <a:prstGeom prst="rect">
            <a:avLst/>
          </a:prstGeom>
          <a:noFill/>
          <a:ln>
            <a:noFill/>
          </a:ln>
        </p:spPr>
        <p:txBody>
          <a:bodyPr spcFirstLastPara="1" wrap="square" lIns="0" tIns="0" rIns="91425" bIns="0" anchor="t" anchorCtr="0">
            <a:noAutofit/>
          </a:bodyPr>
          <a:lstStyle>
            <a:lvl1pPr marR="0" lvl="0" algn="l">
              <a:lnSpc>
                <a:spcPct val="100000"/>
              </a:lnSpc>
              <a:spcBef>
                <a:spcPts val="0"/>
              </a:spcBef>
              <a:spcAft>
                <a:spcPts val="0"/>
              </a:spcAft>
              <a:buSzPts val="2400"/>
              <a:buFont typeface="Poppins SemiBold"/>
              <a:buNone/>
              <a:defRPr sz="2400" u="none" strike="noStrike" cap="none">
                <a:latin typeface="Poppins SemiBold"/>
                <a:ea typeface="Poppins SemiBold"/>
                <a:cs typeface="Poppins SemiBold"/>
                <a:sym typeface="Poppins SemiBold"/>
              </a:defRPr>
            </a:lvl1pPr>
            <a:lvl2pPr lvl="1">
              <a:spcBef>
                <a:spcPts val="0"/>
              </a:spcBef>
              <a:spcAft>
                <a:spcPts val="0"/>
              </a:spcAft>
              <a:buSzPts val="2400"/>
              <a:buFont typeface="Poppins SemiBold"/>
              <a:buNone/>
              <a:defRPr sz="2400">
                <a:latin typeface="Poppins SemiBold"/>
                <a:ea typeface="Poppins SemiBold"/>
                <a:cs typeface="Poppins SemiBold"/>
                <a:sym typeface="Poppins SemiBold"/>
              </a:defRPr>
            </a:lvl2pPr>
            <a:lvl3pPr lvl="2">
              <a:spcBef>
                <a:spcPts val="0"/>
              </a:spcBef>
              <a:spcAft>
                <a:spcPts val="0"/>
              </a:spcAft>
              <a:buSzPts val="2400"/>
              <a:buFont typeface="Poppins SemiBold"/>
              <a:buNone/>
              <a:defRPr sz="2400">
                <a:latin typeface="Poppins SemiBold"/>
                <a:ea typeface="Poppins SemiBold"/>
                <a:cs typeface="Poppins SemiBold"/>
                <a:sym typeface="Poppins SemiBold"/>
              </a:defRPr>
            </a:lvl3pPr>
            <a:lvl4pPr lvl="3">
              <a:spcBef>
                <a:spcPts val="0"/>
              </a:spcBef>
              <a:spcAft>
                <a:spcPts val="0"/>
              </a:spcAft>
              <a:buSzPts val="2400"/>
              <a:buFont typeface="Poppins SemiBold"/>
              <a:buNone/>
              <a:defRPr sz="2400">
                <a:latin typeface="Poppins SemiBold"/>
                <a:ea typeface="Poppins SemiBold"/>
                <a:cs typeface="Poppins SemiBold"/>
                <a:sym typeface="Poppins SemiBold"/>
              </a:defRPr>
            </a:lvl4pPr>
            <a:lvl5pPr lvl="4">
              <a:spcBef>
                <a:spcPts val="0"/>
              </a:spcBef>
              <a:spcAft>
                <a:spcPts val="0"/>
              </a:spcAft>
              <a:buSzPts val="2400"/>
              <a:buFont typeface="Poppins SemiBold"/>
              <a:buNone/>
              <a:defRPr sz="2400">
                <a:latin typeface="Poppins SemiBold"/>
                <a:ea typeface="Poppins SemiBold"/>
                <a:cs typeface="Poppins SemiBold"/>
                <a:sym typeface="Poppins SemiBold"/>
              </a:defRPr>
            </a:lvl5pPr>
            <a:lvl6pPr lvl="5">
              <a:spcBef>
                <a:spcPts val="0"/>
              </a:spcBef>
              <a:spcAft>
                <a:spcPts val="0"/>
              </a:spcAft>
              <a:buSzPts val="2400"/>
              <a:buFont typeface="Poppins SemiBold"/>
              <a:buNone/>
              <a:defRPr sz="2400">
                <a:latin typeface="Poppins SemiBold"/>
                <a:ea typeface="Poppins SemiBold"/>
                <a:cs typeface="Poppins SemiBold"/>
                <a:sym typeface="Poppins SemiBold"/>
              </a:defRPr>
            </a:lvl6pPr>
            <a:lvl7pPr lvl="6">
              <a:spcBef>
                <a:spcPts val="0"/>
              </a:spcBef>
              <a:spcAft>
                <a:spcPts val="0"/>
              </a:spcAft>
              <a:buSzPts val="2400"/>
              <a:buFont typeface="Poppins SemiBold"/>
              <a:buNone/>
              <a:defRPr sz="2400">
                <a:latin typeface="Poppins SemiBold"/>
                <a:ea typeface="Poppins SemiBold"/>
                <a:cs typeface="Poppins SemiBold"/>
                <a:sym typeface="Poppins SemiBold"/>
              </a:defRPr>
            </a:lvl7pPr>
            <a:lvl8pPr lvl="7">
              <a:spcBef>
                <a:spcPts val="0"/>
              </a:spcBef>
              <a:spcAft>
                <a:spcPts val="0"/>
              </a:spcAft>
              <a:buSzPts val="2400"/>
              <a:buFont typeface="Poppins SemiBold"/>
              <a:buNone/>
              <a:defRPr sz="2400">
                <a:latin typeface="Poppins SemiBold"/>
                <a:ea typeface="Poppins SemiBold"/>
                <a:cs typeface="Poppins SemiBold"/>
                <a:sym typeface="Poppins SemiBold"/>
              </a:defRPr>
            </a:lvl8pPr>
            <a:lvl9pPr lvl="8">
              <a:spcBef>
                <a:spcPts val="0"/>
              </a:spcBef>
              <a:spcAft>
                <a:spcPts val="0"/>
              </a:spcAft>
              <a:buSzPts val="2400"/>
              <a:buFont typeface="Poppins SemiBold"/>
              <a:buNone/>
              <a:defRPr sz="2400">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Quote with spark fill - Dark">
  <p:cSld name="Breaker_Denim_1_1_1_2_2_1_1_1_2_2_1_1">
    <p:bg>
      <p:bgPr>
        <a:solidFill>
          <a:schemeClr val="dk1"/>
        </a:solidFill>
        <a:effectLst/>
      </p:bgPr>
    </p:bg>
    <p:spTree>
      <p:nvGrpSpPr>
        <p:cNvPr id="1" name="Shape 154"/>
        <p:cNvGrpSpPr/>
        <p:nvPr/>
      </p:nvGrpSpPr>
      <p:grpSpPr>
        <a:xfrm>
          <a:off x="0" y="0"/>
          <a:ext cx="0" cy="0"/>
          <a:chOff x="0" y="0"/>
          <a:chExt cx="0" cy="0"/>
        </a:xfrm>
      </p:grpSpPr>
      <p:sp>
        <p:nvSpPr>
          <p:cNvPr id="155" name="Google Shape;155;p24"/>
          <p:cNvSpPr/>
          <p:nvPr/>
        </p:nvSpPr>
        <p:spPr>
          <a:xfrm>
            <a:off x="8013424" y="8283"/>
            <a:ext cx="10274033" cy="10268494"/>
          </a:xfrm>
          <a:custGeom>
            <a:avLst/>
            <a:gdLst/>
            <a:ahLst/>
            <a:cxnLst/>
            <a:rect l="l" t="t" r="r" b="b"/>
            <a:pathLst>
              <a:path w="2591181" h="2589784" extrusionOk="0">
                <a:moveTo>
                  <a:pt x="2406841" y="17145"/>
                </a:moveTo>
                <a:cubicBezTo>
                  <a:pt x="2396617" y="155385"/>
                  <a:pt x="2390902" y="291973"/>
                  <a:pt x="2385188" y="431419"/>
                </a:cubicBezTo>
                <a:cubicBezTo>
                  <a:pt x="2382330" y="501142"/>
                  <a:pt x="2378964" y="570865"/>
                  <a:pt x="2375536" y="640525"/>
                </a:cubicBezTo>
                <a:lnTo>
                  <a:pt x="2356168" y="1263333"/>
                </a:lnTo>
                <a:cubicBezTo>
                  <a:pt x="2351088" y="1407922"/>
                  <a:pt x="2348802" y="1555877"/>
                  <a:pt x="2346516" y="1703324"/>
                </a:cubicBezTo>
                <a:lnTo>
                  <a:pt x="2335150" y="1676464"/>
                </a:lnTo>
                <a:cubicBezTo>
                  <a:pt x="2282254" y="1554798"/>
                  <a:pt x="2228215" y="1428496"/>
                  <a:pt x="2170812" y="1301052"/>
                </a:cubicBezTo>
                <a:lnTo>
                  <a:pt x="1915414" y="733044"/>
                </a:lnTo>
                <a:cubicBezTo>
                  <a:pt x="1885887" y="670751"/>
                  <a:pt x="1856296" y="607886"/>
                  <a:pt x="1827276" y="545021"/>
                </a:cubicBezTo>
                <a:cubicBezTo>
                  <a:pt x="1764729" y="410146"/>
                  <a:pt x="1707833" y="288989"/>
                  <a:pt x="1647572" y="169609"/>
                </a:cubicBezTo>
                <a:lnTo>
                  <a:pt x="1639571" y="154178"/>
                </a:lnTo>
                <a:lnTo>
                  <a:pt x="1461072" y="229616"/>
                </a:lnTo>
                <a:lnTo>
                  <a:pt x="1466724" y="246190"/>
                </a:lnTo>
                <a:cubicBezTo>
                  <a:pt x="1504824" y="360490"/>
                  <a:pt x="1545781" y="475933"/>
                  <a:pt x="1585024" y="586804"/>
                </a:cubicBezTo>
                <a:lnTo>
                  <a:pt x="1611757" y="662813"/>
                </a:lnTo>
                <a:cubicBezTo>
                  <a:pt x="1632268" y="719963"/>
                  <a:pt x="1652715" y="777621"/>
                  <a:pt x="1672590" y="835914"/>
                </a:cubicBezTo>
                <a:lnTo>
                  <a:pt x="1891538" y="1418209"/>
                </a:lnTo>
                <a:cubicBezTo>
                  <a:pt x="1947291" y="1566799"/>
                  <a:pt x="1999615" y="1701610"/>
                  <a:pt x="2050225" y="1827911"/>
                </a:cubicBezTo>
                <a:lnTo>
                  <a:pt x="2015554" y="1794193"/>
                </a:lnTo>
                <a:cubicBezTo>
                  <a:pt x="1923987" y="1705039"/>
                  <a:pt x="1828991" y="1613027"/>
                  <a:pt x="1734566" y="1524508"/>
                </a:cubicBezTo>
                <a:lnTo>
                  <a:pt x="1280796" y="1097661"/>
                </a:lnTo>
                <a:cubicBezTo>
                  <a:pt x="1234694" y="1055942"/>
                  <a:pt x="1188657" y="1013714"/>
                  <a:pt x="1142619" y="971360"/>
                </a:cubicBezTo>
                <a:cubicBezTo>
                  <a:pt x="1047052" y="883349"/>
                  <a:pt x="933895" y="780479"/>
                  <a:pt x="818452" y="681101"/>
                </a:cubicBezTo>
                <a:lnTo>
                  <a:pt x="805371" y="670243"/>
                </a:lnTo>
                <a:lnTo>
                  <a:pt x="668275" y="807339"/>
                </a:lnTo>
                <a:lnTo>
                  <a:pt x="679641" y="820547"/>
                </a:lnTo>
                <a:cubicBezTo>
                  <a:pt x="772351" y="927989"/>
                  <a:pt x="868426" y="1034225"/>
                  <a:pt x="961137" y="1136523"/>
                </a:cubicBezTo>
                <a:lnTo>
                  <a:pt x="974789" y="1151954"/>
                </a:lnTo>
                <a:cubicBezTo>
                  <a:pt x="1014603" y="1195388"/>
                  <a:pt x="1054354" y="1239393"/>
                  <a:pt x="1094232" y="1283970"/>
                </a:cubicBezTo>
                <a:lnTo>
                  <a:pt x="1519619" y="1738757"/>
                </a:lnTo>
                <a:cubicBezTo>
                  <a:pt x="1611694" y="1837627"/>
                  <a:pt x="1708404" y="1937639"/>
                  <a:pt x="1791463" y="2023935"/>
                </a:cubicBezTo>
                <a:lnTo>
                  <a:pt x="1823848" y="2057654"/>
                </a:lnTo>
                <a:cubicBezTo>
                  <a:pt x="1790319" y="2044446"/>
                  <a:pt x="1756791" y="2030794"/>
                  <a:pt x="1723200" y="2017649"/>
                </a:cubicBezTo>
                <a:cubicBezTo>
                  <a:pt x="1620203" y="1976501"/>
                  <a:pt x="1517269" y="1935925"/>
                  <a:pt x="1413828" y="1896491"/>
                </a:cubicBezTo>
                <a:lnTo>
                  <a:pt x="832549" y="1676527"/>
                </a:lnTo>
                <a:cubicBezTo>
                  <a:pt x="760350" y="1651381"/>
                  <a:pt x="688150" y="1625092"/>
                  <a:pt x="617030" y="1599438"/>
                </a:cubicBezTo>
                <a:cubicBezTo>
                  <a:pt x="480505" y="1549718"/>
                  <a:pt x="366205" y="1508570"/>
                  <a:pt x="246190" y="1469136"/>
                </a:cubicBezTo>
                <a:lnTo>
                  <a:pt x="230315" y="1463993"/>
                </a:lnTo>
                <a:lnTo>
                  <a:pt x="155258" y="1642809"/>
                </a:lnTo>
                <a:lnTo>
                  <a:pt x="170625" y="1650810"/>
                </a:lnTo>
                <a:cubicBezTo>
                  <a:pt x="288925" y="1710817"/>
                  <a:pt x="410591" y="1767967"/>
                  <a:pt x="528320" y="1823403"/>
                </a:cubicBezTo>
                <a:lnTo>
                  <a:pt x="544830" y="1831404"/>
                </a:lnTo>
                <a:cubicBezTo>
                  <a:pt x="607378" y="1860042"/>
                  <a:pt x="669925" y="1889697"/>
                  <a:pt x="732473" y="1919986"/>
                </a:cubicBezTo>
                <a:lnTo>
                  <a:pt x="1296607" y="2174240"/>
                </a:lnTo>
                <a:cubicBezTo>
                  <a:pt x="1418337" y="2229676"/>
                  <a:pt x="1546861" y="2286191"/>
                  <a:pt x="1696975" y="2350834"/>
                </a:cubicBezTo>
                <a:cubicBezTo>
                  <a:pt x="1551940" y="2352548"/>
                  <a:pt x="1404113" y="2354834"/>
                  <a:pt x="1259078" y="2360549"/>
                </a:cubicBezTo>
                <a:lnTo>
                  <a:pt x="638049" y="2379980"/>
                </a:lnTo>
                <a:cubicBezTo>
                  <a:pt x="571500" y="2383409"/>
                  <a:pt x="504952" y="2386266"/>
                  <a:pt x="438404" y="2389061"/>
                </a:cubicBezTo>
                <a:lnTo>
                  <a:pt x="429895" y="2389061"/>
                </a:lnTo>
                <a:cubicBezTo>
                  <a:pt x="290005" y="2395347"/>
                  <a:pt x="152909" y="2401634"/>
                  <a:pt x="17018" y="2411349"/>
                </a:cubicBezTo>
                <a:lnTo>
                  <a:pt x="0" y="2412492"/>
                </a:lnTo>
                <a:lnTo>
                  <a:pt x="0" y="2589784"/>
                </a:lnTo>
                <a:lnTo>
                  <a:pt x="2591181" y="2589784"/>
                </a:lnTo>
                <a:lnTo>
                  <a:pt x="2591181" y="0"/>
                </a:lnTo>
                <a:lnTo>
                  <a:pt x="2407984" y="0"/>
                </a:lnTo>
                <a:lnTo>
                  <a:pt x="2406841" y="17145"/>
                </a:lnTo>
                <a:close/>
              </a:path>
            </a:pathLst>
          </a:custGeom>
          <a:solidFill>
            <a:srgbClr val="000000"/>
          </a:solidFill>
          <a:ln>
            <a:noFill/>
          </a:ln>
        </p:spPr>
        <p:txBody>
          <a:bodyPr spcFirstLastPara="1" wrap="square" lIns="208150" tIns="104075" rIns="208150" bIns="104075" anchor="ctr" anchorCtr="0">
            <a:noAutofit/>
          </a:bodyPr>
          <a:lstStyle/>
          <a:p>
            <a:pPr marL="0" marR="0" lvl="0" indent="0" algn="l" rtl="0">
              <a:spcBef>
                <a:spcPts val="0"/>
              </a:spcBef>
              <a:spcAft>
                <a:spcPts val="0"/>
              </a:spcAft>
              <a:buNone/>
            </a:pPr>
            <a:endParaRPr sz="4099">
              <a:solidFill>
                <a:srgbClr val="000000"/>
              </a:solidFill>
              <a:latin typeface="Arial"/>
              <a:ea typeface="Arial"/>
              <a:cs typeface="Arial"/>
              <a:sym typeface="Arial"/>
            </a:endParaRPr>
          </a:p>
        </p:txBody>
      </p:sp>
      <p:sp>
        <p:nvSpPr>
          <p:cNvPr id="156" name="Google Shape;156;p24"/>
          <p:cNvSpPr txBox="1">
            <a:spLocks noGrp="1"/>
          </p:cNvSpPr>
          <p:nvPr>
            <p:ph type="title"/>
          </p:nvPr>
        </p:nvSpPr>
        <p:spPr>
          <a:xfrm>
            <a:off x="685800" y="2235450"/>
            <a:ext cx="7327500" cy="5816100"/>
          </a:xfrm>
          <a:prstGeom prst="rect">
            <a:avLst/>
          </a:prstGeom>
        </p:spPr>
        <p:txBody>
          <a:bodyPr spcFirstLastPara="1" wrap="square" lIns="0" tIns="0" rIns="0" bIns="0" anchor="b" anchorCtr="0">
            <a:noAutofit/>
          </a:bodyPr>
          <a:lstStyle>
            <a:lvl1pPr lvl="0">
              <a:lnSpc>
                <a:spcPct val="115000"/>
              </a:lnSpc>
              <a:spcBef>
                <a:spcPts val="0"/>
              </a:spcBef>
              <a:spcAft>
                <a:spcPts val="0"/>
              </a:spcAft>
              <a:buClr>
                <a:schemeClr val="lt1"/>
              </a:buClr>
              <a:buSzPts val="2600"/>
              <a:buFont typeface="Poppins Light"/>
              <a:buNone/>
              <a:defRPr sz="2600">
                <a:solidFill>
                  <a:schemeClr val="lt1"/>
                </a:solidFill>
                <a:latin typeface="Poppins Light"/>
                <a:ea typeface="Poppins Light"/>
                <a:cs typeface="Poppins Light"/>
                <a:sym typeface="Poppins Light"/>
              </a:defRPr>
            </a:lvl1pPr>
            <a:lvl2pPr lvl="1">
              <a:lnSpc>
                <a:spcPct val="115000"/>
              </a:lnSpc>
              <a:spcBef>
                <a:spcPts val="0"/>
              </a:spcBef>
              <a:spcAft>
                <a:spcPts val="0"/>
              </a:spcAft>
              <a:buClr>
                <a:schemeClr val="lt1"/>
              </a:buClr>
              <a:buSzPts val="2600"/>
              <a:buFont typeface="Poppins SemiBold"/>
              <a:buNone/>
              <a:defRPr sz="2600" b="0">
                <a:solidFill>
                  <a:schemeClr val="lt1"/>
                </a:solidFill>
                <a:latin typeface="Poppins SemiBold"/>
                <a:ea typeface="Poppins SemiBold"/>
                <a:cs typeface="Poppins SemiBold"/>
                <a:sym typeface="Poppins SemiBold"/>
              </a:defRPr>
            </a:lvl2pPr>
            <a:lvl3pPr lvl="2">
              <a:lnSpc>
                <a:spcPct val="115000"/>
              </a:lnSpc>
              <a:spcBef>
                <a:spcPts val="0"/>
              </a:spcBef>
              <a:spcAft>
                <a:spcPts val="0"/>
              </a:spcAft>
              <a:buClr>
                <a:schemeClr val="lt1"/>
              </a:buClr>
              <a:buSzPts val="2600"/>
              <a:buFont typeface="Poppins SemiBold"/>
              <a:buNone/>
              <a:defRPr sz="2600" b="0">
                <a:solidFill>
                  <a:schemeClr val="lt1"/>
                </a:solidFill>
                <a:latin typeface="Poppins SemiBold"/>
                <a:ea typeface="Poppins SemiBold"/>
                <a:cs typeface="Poppins SemiBold"/>
                <a:sym typeface="Poppins SemiBold"/>
              </a:defRPr>
            </a:lvl3pPr>
            <a:lvl4pPr lvl="3">
              <a:lnSpc>
                <a:spcPct val="115000"/>
              </a:lnSpc>
              <a:spcBef>
                <a:spcPts val="0"/>
              </a:spcBef>
              <a:spcAft>
                <a:spcPts val="0"/>
              </a:spcAft>
              <a:buClr>
                <a:schemeClr val="lt1"/>
              </a:buClr>
              <a:buSzPts val="2600"/>
              <a:buFont typeface="Poppins SemiBold"/>
              <a:buNone/>
              <a:defRPr sz="2600" b="0">
                <a:solidFill>
                  <a:schemeClr val="lt1"/>
                </a:solidFill>
                <a:latin typeface="Poppins SemiBold"/>
                <a:ea typeface="Poppins SemiBold"/>
                <a:cs typeface="Poppins SemiBold"/>
                <a:sym typeface="Poppins SemiBold"/>
              </a:defRPr>
            </a:lvl4pPr>
            <a:lvl5pPr lvl="4">
              <a:lnSpc>
                <a:spcPct val="115000"/>
              </a:lnSpc>
              <a:spcBef>
                <a:spcPts val="0"/>
              </a:spcBef>
              <a:spcAft>
                <a:spcPts val="0"/>
              </a:spcAft>
              <a:buClr>
                <a:schemeClr val="lt1"/>
              </a:buClr>
              <a:buSzPts val="2600"/>
              <a:buFont typeface="Poppins SemiBold"/>
              <a:buNone/>
              <a:defRPr sz="2600" b="0">
                <a:solidFill>
                  <a:schemeClr val="lt1"/>
                </a:solidFill>
                <a:latin typeface="Poppins SemiBold"/>
                <a:ea typeface="Poppins SemiBold"/>
                <a:cs typeface="Poppins SemiBold"/>
                <a:sym typeface="Poppins SemiBold"/>
              </a:defRPr>
            </a:lvl5pPr>
            <a:lvl6pPr lvl="5">
              <a:lnSpc>
                <a:spcPct val="115000"/>
              </a:lnSpc>
              <a:spcBef>
                <a:spcPts val="0"/>
              </a:spcBef>
              <a:spcAft>
                <a:spcPts val="0"/>
              </a:spcAft>
              <a:buClr>
                <a:schemeClr val="lt1"/>
              </a:buClr>
              <a:buSzPts val="2600"/>
              <a:buFont typeface="Poppins SemiBold"/>
              <a:buNone/>
              <a:defRPr sz="2600" b="0">
                <a:solidFill>
                  <a:schemeClr val="lt1"/>
                </a:solidFill>
                <a:latin typeface="Poppins SemiBold"/>
                <a:ea typeface="Poppins SemiBold"/>
                <a:cs typeface="Poppins SemiBold"/>
                <a:sym typeface="Poppins SemiBold"/>
              </a:defRPr>
            </a:lvl6pPr>
            <a:lvl7pPr lvl="6">
              <a:lnSpc>
                <a:spcPct val="115000"/>
              </a:lnSpc>
              <a:spcBef>
                <a:spcPts val="0"/>
              </a:spcBef>
              <a:spcAft>
                <a:spcPts val="0"/>
              </a:spcAft>
              <a:buClr>
                <a:schemeClr val="lt1"/>
              </a:buClr>
              <a:buSzPts val="2600"/>
              <a:buFont typeface="Poppins SemiBold"/>
              <a:buNone/>
              <a:defRPr sz="2600" b="0">
                <a:solidFill>
                  <a:schemeClr val="lt1"/>
                </a:solidFill>
                <a:latin typeface="Poppins SemiBold"/>
                <a:ea typeface="Poppins SemiBold"/>
                <a:cs typeface="Poppins SemiBold"/>
                <a:sym typeface="Poppins SemiBold"/>
              </a:defRPr>
            </a:lvl7pPr>
            <a:lvl8pPr lvl="7">
              <a:lnSpc>
                <a:spcPct val="115000"/>
              </a:lnSpc>
              <a:spcBef>
                <a:spcPts val="0"/>
              </a:spcBef>
              <a:spcAft>
                <a:spcPts val="0"/>
              </a:spcAft>
              <a:buClr>
                <a:schemeClr val="lt1"/>
              </a:buClr>
              <a:buSzPts val="2600"/>
              <a:buFont typeface="Poppins SemiBold"/>
              <a:buNone/>
              <a:defRPr sz="2600" b="0">
                <a:solidFill>
                  <a:schemeClr val="lt1"/>
                </a:solidFill>
                <a:latin typeface="Poppins SemiBold"/>
                <a:ea typeface="Poppins SemiBold"/>
                <a:cs typeface="Poppins SemiBold"/>
                <a:sym typeface="Poppins SemiBold"/>
              </a:defRPr>
            </a:lvl8pPr>
            <a:lvl9pPr lvl="8">
              <a:lnSpc>
                <a:spcPct val="115000"/>
              </a:lnSpc>
              <a:spcBef>
                <a:spcPts val="0"/>
              </a:spcBef>
              <a:spcAft>
                <a:spcPts val="0"/>
              </a:spcAft>
              <a:buClr>
                <a:schemeClr val="lt1"/>
              </a:buClr>
              <a:buSzPts val="2600"/>
              <a:buFont typeface="Poppins SemiBold"/>
              <a:buNone/>
              <a:defRPr sz="2600" b="0">
                <a:solidFill>
                  <a:schemeClr val="lt1"/>
                </a:solidFill>
                <a:latin typeface="Poppins SemiBold"/>
                <a:ea typeface="Poppins SemiBold"/>
                <a:cs typeface="Poppins SemiBold"/>
                <a:sym typeface="Poppins SemiBold"/>
              </a:defRPr>
            </a:lvl9pPr>
          </a:lstStyle>
          <a:p>
            <a:endParaRPr/>
          </a:p>
        </p:txBody>
      </p:sp>
      <p:sp>
        <p:nvSpPr>
          <p:cNvPr id="157" name="Google Shape;157;p24"/>
          <p:cNvSpPr txBox="1">
            <a:spLocks noGrp="1"/>
          </p:cNvSpPr>
          <p:nvPr>
            <p:ph type="title" idx="2"/>
          </p:nvPr>
        </p:nvSpPr>
        <p:spPr>
          <a:xfrm>
            <a:off x="685800" y="8751375"/>
            <a:ext cx="7133700" cy="849600"/>
          </a:xfrm>
          <a:prstGeom prst="rect">
            <a:avLst/>
          </a:prstGeom>
          <a:noFill/>
          <a:ln>
            <a:noFill/>
          </a:ln>
        </p:spPr>
        <p:txBody>
          <a:bodyPr spcFirstLastPara="1" wrap="square" lIns="0" tIns="91400" rIns="182850" bIns="91400" anchor="t" anchorCtr="0">
            <a:noAutofit/>
          </a:bodyPr>
          <a:lstStyle>
            <a:lvl1pPr marR="0" lvl="0" algn="l">
              <a:lnSpc>
                <a:spcPct val="115000"/>
              </a:lnSpc>
              <a:spcBef>
                <a:spcPts val="0"/>
              </a:spcBef>
              <a:spcAft>
                <a:spcPts val="0"/>
              </a:spcAft>
              <a:buClr>
                <a:schemeClr val="lt1"/>
              </a:buClr>
              <a:buSzPts val="1800"/>
              <a:buNone/>
              <a:defRPr sz="1800" u="none" strike="noStrike" cap="none">
                <a:solidFill>
                  <a:schemeClr val="lt1"/>
                </a:solidFill>
              </a:defRPr>
            </a:lvl1pPr>
            <a:lvl2pPr lvl="1">
              <a:lnSpc>
                <a:spcPct val="115000"/>
              </a:lnSpc>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2pPr>
            <a:lvl3pPr lvl="2">
              <a:lnSpc>
                <a:spcPct val="115000"/>
              </a:lnSpc>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3pPr>
            <a:lvl4pPr lvl="3">
              <a:lnSpc>
                <a:spcPct val="115000"/>
              </a:lnSpc>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4pPr>
            <a:lvl5pPr lvl="4">
              <a:lnSpc>
                <a:spcPct val="115000"/>
              </a:lnSpc>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5pPr>
            <a:lvl6pPr lvl="5">
              <a:lnSpc>
                <a:spcPct val="115000"/>
              </a:lnSpc>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6pPr>
            <a:lvl7pPr lvl="6">
              <a:lnSpc>
                <a:spcPct val="115000"/>
              </a:lnSpc>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7pPr>
            <a:lvl8pPr lvl="7">
              <a:lnSpc>
                <a:spcPct val="115000"/>
              </a:lnSpc>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8pPr>
            <a:lvl9pPr lvl="8">
              <a:lnSpc>
                <a:spcPct val="115000"/>
              </a:lnSpc>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Quote with spark fill - Blue">
  <p:cSld name="Breaker_Denim_1_1_1_2_2_1_1_1_2_1_2_1_1">
    <p:bg>
      <p:bgPr>
        <a:solidFill>
          <a:schemeClr val="accent1"/>
        </a:solidFill>
        <a:effectLst/>
      </p:bgPr>
    </p:bg>
    <p:spTree>
      <p:nvGrpSpPr>
        <p:cNvPr id="1" name="Shape 158"/>
        <p:cNvGrpSpPr/>
        <p:nvPr/>
      </p:nvGrpSpPr>
      <p:grpSpPr>
        <a:xfrm>
          <a:off x="0" y="0"/>
          <a:ext cx="0" cy="0"/>
          <a:chOff x="0" y="0"/>
          <a:chExt cx="0" cy="0"/>
        </a:xfrm>
      </p:grpSpPr>
      <p:sp>
        <p:nvSpPr>
          <p:cNvPr id="159" name="Google Shape;159;p25"/>
          <p:cNvSpPr/>
          <p:nvPr/>
        </p:nvSpPr>
        <p:spPr>
          <a:xfrm>
            <a:off x="8013424" y="8283"/>
            <a:ext cx="10274033" cy="10268494"/>
          </a:xfrm>
          <a:custGeom>
            <a:avLst/>
            <a:gdLst/>
            <a:ahLst/>
            <a:cxnLst/>
            <a:rect l="l" t="t" r="r" b="b"/>
            <a:pathLst>
              <a:path w="2591181" h="2589784" extrusionOk="0">
                <a:moveTo>
                  <a:pt x="2406841" y="17145"/>
                </a:moveTo>
                <a:cubicBezTo>
                  <a:pt x="2396617" y="155385"/>
                  <a:pt x="2390902" y="291973"/>
                  <a:pt x="2385188" y="431419"/>
                </a:cubicBezTo>
                <a:cubicBezTo>
                  <a:pt x="2382330" y="501142"/>
                  <a:pt x="2378964" y="570865"/>
                  <a:pt x="2375536" y="640525"/>
                </a:cubicBezTo>
                <a:lnTo>
                  <a:pt x="2356168" y="1263333"/>
                </a:lnTo>
                <a:cubicBezTo>
                  <a:pt x="2351088" y="1407922"/>
                  <a:pt x="2348802" y="1555877"/>
                  <a:pt x="2346516" y="1703324"/>
                </a:cubicBezTo>
                <a:lnTo>
                  <a:pt x="2335150" y="1676464"/>
                </a:lnTo>
                <a:cubicBezTo>
                  <a:pt x="2282254" y="1554798"/>
                  <a:pt x="2228215" y="1428496"/>
                  <a:pt x="2170812" y="1301052"/>
                </a:cubicBezTo>
                <a:lnTo>
                  <a:pt x="1915414" y="733044"/>
                </a:lnTo>
                <a:cubicBezTo>
                  <a:pt x="1885887" y="670751"/>
                  <a:pt x="1856296" y="607886"/>
                  <a:pt x="1827276" y="545021"/>
                </a:cubicBezTo>
                <a:cubicBezTo>
                  <a:pt x="1764729" y="410146"/>
                  <a:pt x="1707833" y="288989"/>
                  <a:pt x="1647572" y="169609"/>
                </a:cubicBezTo>
                <a:lnTo>
                  <a:pt x="1639571" y="154178"/>
                </a:lnTo>
                <a:lnTo>
                  <a:pt x="1461072" y="229616"/>
                </a:lnTo>
                <a:lnTo>
                  <a:pt x="1466724" y="246190"/>
                </a:lnTo>
                <a:cubicBezTo>
                  <a:pt x="1504824" y="360490"/>
                  <a:pt x="1545781" y="475933"/>
                  <a:pt x="1585024" y="586804"/>
                </a:cubicBezTo>
                <a:lnTo>
                  <a:pt x="1611757" y="662813"/>
                </a:lnTo>
                <a:cubicBezTo>
                  <a:pt x="1632268" y="719963"/>
                  <a:pt x="1652715" y="777621"/>
                  <a:pt x="1672590" y="835914"/>
                </a:cubicBezTo>
                <a:lnTo>
                  <a:pt x="1891538" y="1418209"/>
                </a:lnTo>
                <a:cubicBezTo>
                  <a:pt x="1947291" y="1566799"/>
                  <a:pt x="1999615" y="1701610"/>
                  <a:pt x="2050225" y="1827911"/>
                </a:cubicBezTo>
                <a:lnTo>
                  <a:pt x="2015554" y="1794193"/>
                </a:lnTo>
                <a:cubicBezTo>
                  <a:pt x="1923987" y="1705039"/>
                  <a:pt x="1828991" y="1613027"/>
                  <a:pt x="1734566" y="1524508"/>
                </a:cubicBezTo>
                <a:lnTo>
                  <a:pt x="1280796" y="1097661"/>
                </a:lnTo>
                <a:cubicBezTo>
                  <a:pt x="1234694" y="1055942"/>
                  <a:pt x="1188657" y="1013714"/>
                  <a:pt x="1142619" y="971360"/>
                </a:cubicBezTo>
                <a:cubicBezTo>
                  <a:pt x="1047052" y="883349"/>
                  <a:pt x="933895" y="780479"/>
                  <a:pt x="818452" y="681101"/>
                </a:cubicBezTo>
                <a:lnTo>
                  <a:pt x="805371" y="670243"/>
                </a:lnTo>
                <a:lnTo>
                  <a:pt x="668275" y="807339"/>
                </a:lnTo>
                <a:lnTo>
                  <a:pt x="679641" y="820547"/>
                </a:lnTo>
                <a:cubicBezTo>
                  <a:pt x="772351" y="927989"/>
                  <a:pt x="868426" y="1034225"/>
                  <a:pt x="961137" y="1136523"/>
                </a:cubicBezTo>
                <a:lnTo>
                  <a:pt x="974789" y="1151954"/>
                </a:lnTo>
                <a:cubicBezTo>
                  <a:pt x="1014603" y="1195388"/>
                  <a:pt x="1054354" y="1239393"/>
                  <a:pt x="1094232" y="1283970"/>
                </a:cubicBezTo>
                <a:lnTo>
                  <a:pt x="1519619" y="1738757"/>
                </a:lnTo>
                <a:cubicBezTo>
                  <a:pt x="1611694" y="1837627"/>
                  <a:pt x="1708404" y="1937639"/>
                  <a:pt x="1791463" y="2023935"/>
                </a:cubicBezTo>
                <a:lnTo>
                  <a:pt x="1823848" y="2057654"/>
                </a:lnTo>
                <a:cubicBezTo>
                  <a:pt x="1790319" y="2044446"/>
                  <a:pt x="1756791" y="2030794"/>
                  <a:pt x="1723200" y="2017649"/>
                </a:cubicBezTo>
                <a:cubicBezTo>
                  <a:pt x="1620203" y="1976501"/>
                  <a:pt x="1517269" y="1935925"/>
                  <a:pt x="1413828" y="1896491"/>
                </a:cubicBezTo>
                <a:lnTo>
                  <a:pt x="832549" y="1676527"/>
                </a:lnTo>
                <a:cubicBezTo>
                  <a:pt x="760350" y="1651381"/>
                  <a:pt x="688150" y="1625092"/>
                  <a:pt x="617030" y="1599438"/>
                </a:cubicBezTo>
                <a:cubicBezTo>
                  <a:pt x="480505" y="1549718"/>
                  <a:pt x="366205" y="1508570"/>
                  <a:pt x="246190" y="1469136"/>
                </a:cubicBezTo>
                <a:lnTo>
                  <a:pt x="230315" y="1463993"/>
                </a:lnTo>
                <a:lnTo>
                  <a:pt x="155258" y="1642809"/>
                </a:lnTo>
                <a:lnTo>
                  <a:pt x="170625" y="1650810"/>
                </a:lnTo>
                <a:cubicBezTo>
                  <a:pt x="288925" y="1710817"/>
                  <a:pt x="410591" y="1767967"/>
                  <a:pt x="528320" y="1823403"/>
                </a:cubicBezTo>
                <a:lnTo>
                  <a:pt x="544830" y="1831404"/>
                </a:lnTo>
                <a:cubicBezTo>
                  <a:pt x="607378" y="1860042"/>
                  <a:pt x="669925" y="1889697"/>
                  <a:pt x="732473" y="1919986"/>
                </a:cubicBezTo>
                <a:lnTo>
                  <a:pt x="1296607" y="2174240"/>
                </a:lnTo>
                <a:cubicBezTo>
                  <a:pt x="1418337" y="2229676"/>
                  <a:pt x="1546861" y="2286191"/>
                  <a:pt x="1696975" y="2350834"/>
                </a:cubicBezTo>
                <a:cubicBezTo>
                  <a:pt x="1551940" y="2352548"/>
                  <a:pt x="1404113" y="2354834"/>
                  <a:pt x="1259078" y="2360549"/>
                </a:cubicBezTo>
                <a:lnTo>
                  <a:pt x="638049" y="2379980"/>
                </a:lnTo>
                <a:cubicBezTo>
                  <a:pt x="571500" y="2383409"/>
                  <a:pt x="504952" y="2386266"/>
                  <a:pt x="438404" y="2389061"/>
                </a:cubicBezTo>
                <a:lnTo>
                  <a:pt x="429895" y="2389061"/>
                </a:lnTo>
                <a:cubicBezTo>
                  <a:pt x="290005" y="2395347"/>
                  <a:pt x="152909" y="2401634"/>
                  <a:pt x="17018" y="2411349"/>
                </a:cubicBezTo>
                <a:lnTo>
                  <a:pt x="0" y="2412492"/>
                </a:lnTo>
                <a:lnTo>
                  <a:pt x="0" y="2589784"/>
                </a:lnTo>
                <a:lnTo>
                  <a:pt x="2591181" y="2589784"/>
                </a:lnTo>
                <a:lnTo>
                  <a:pt x="2591181" y="0"/>
                </a:lnTo>
                <a:lnTo>
                  <a:pt x="2407984" y="0"/>
                </a:lnTo>
                <a:lnTo>
                  <a:pt x="2406841" y="17145"/>
                </a:lnTo>
                <a:close/>
              </a:path>
            </a:pathLst>
          </a:custGeom>
          <a:solidFill>
            <a:srgbClr val="1E21D0"/>
          </a:solidFill>
          <a:ln>
            <a:noFill/>
          </a:ln>
        </p:spPr>
        <p:txBody>
          <a:bodyPr spcFirstLastPara="1" wrap="square" lIns="208150" tIns="104075" rIns="208150" bIns="104075" anchor="ctr" anchorCtr="0">
            <a:noAutofit/>
          </a:bodyPr>
          <a:lstStyle/>
          <a:p>
            <a:pPr marL="0" marR="0" lvl="0" indent="0" algn="l" rtl="0">
              <a:spcBef>
                <a:spcPts val="0"/>
              </a:spcBef>
              <a:spcAft>
                <a:spcPts val="0"/>
              </a:spcAft>
              <a:buNone/>
            </a:pPr>
            <a:endParaRPr sz="4099">
              <a:solidFill>
                <a:srgbClr val="000000"/>
              </a:solidFill>
              <a:latin typeface="Arial"/>
              <a:ea typeface="Arial"/>
              <a:cs typeface="Arial"/>
              <a:sym typeface="Arial"/>
            </a:endParaRPr>
          </a:p>
        </p:txBody>
      </p:sp>
      <p:sp>
        <p:nvSpPr>
          <p:cNvPr id="160" name="Google Shape;160;p25"/>
          <p:cNvSpPr txBox="1">
            <a:spLocks noGrp="1"/>
          </p:cNvSpPr>
          <p:nvPr>
            <p:ph type="title"/>
          </p:nvPr>
        </p:nvSpPr>
        <p:spPr>
          <a:xfrm>
            <a:off x="685800" y="2235450"/>
            <a:ext cx="7327500" cy="5816100"/>
          </a:xfrm>
          <a:prstGeom prst="rect">
            <a:avLst/>
          </a:prstGeom>
        </p:spPr>
        <p:txBody>
          <a:bodyPr spcFirstLastPara="1" wrap="square" lIns="0" tIns="0" rIns="0" bIns="0" anchor="b" anchorCtr="0">
            <a:noAutofit/>
          </a:bodyPr>
          <a:lstStyle>
            <a:lvl1pPr lvl="0">
              <a:lnSpc>
                <a:spcPct val="115000"/>
              </a:lnSpc>
              <a:spcBef>
                <a:spcPts val="0"/>
              </a:spcBef>
              <a:spcAft>
                <a:spcPts val="0"/>
              </a:spcAft>
              <a:buClr>
                <a:schemeClr val="lt1"/>
              </a:buClr>
              <a:buSzPts val="2600"/>
              <a:buFont typeface="Poppins Light"/>
              <a:buNone/>
              <a:defRPr sz="2600">
                <a:solidFill>
                  <a:schemeClr val="lt1"/>
                </a:solidFill>
                <a:latin typeface="Poppins Light"/>
                <a:ea typeface="Poppins Light"/>
                <a:cs typeface="Poppins Light"/>
                <a:sym typeface="Poppins Light"/>
              </a:defRPr>
            </a:lvl1pPr>
            <a:lvl2pPr lvl="1">
              <a:lnSpc>
                <a:spcPct val="115000"/>
              </a:lnSpc>
              <a:spcBef>
                <a:spcPts val="0"/>
              </a:spcBef>
              <a:spcAft>
                <a:spcPts val="0"/>
              </a:spcAft>
              <a:buClr>
                <a:schemeClr val="lt1"/>
              </a:buClr>
              <a:buSzPts val="2600"/>
              <a:buFont typeface="Poppins SemiBold"/>
              <a:buNone/>
              <a:defRPr sz="2600" b="0">
                <a:solidFill>
                  <a:schemeClr val="lt1"/>
                </a:solidFill>
                <a:latin typeface="Poppins SemiBold"/>
                <a:ea typeface="Poppins SemiBold"/>
                <a:cs typeface="Poppins SemiBold"/>
                <a:sym typeface="Poppins SemiBold"/>
              </a:defRPr>
            </a:lvl2pPr>
            <a:lvl3pPr lvl="2">
              <a:lnSpc>
                <a:spcPct val="115000"/>
              </a:lnSpc>
              <a:spcBef>
                <a:spcPts val="0"/>
              </a:spcBef>
              <a:spcAft>
                <a:spcPts val="0"/>
              </a:spcAft>
              <a:buClr>
                <a:schemeClr val="lt1"/>
              </a:buClr>
              <a:buSzPts val="2600"/>
              <a:buFont typeface="Poppins SemiBold"/>
              <a:buNone/>
              <a:defRPr sz="2600" b="0">
                <a:solidFill>
                  <a:schemeClr val="lt1"/>
                </a:solidFill>
                <a:latin typeface="Poppins SemiBold"/>
                <a:ea typeface="Poppins SemiBold"/>
                <a:cs typeface="Poppins SemiBold"/>
                <a:sym typeface="Poppins SemiBold"/>
              </a:defRPr>
            </a:lvl3pPr>
            <a:lvl4pPr lvl="3">
              <a:lnSpc>
                <a:spcPct val="115000"/>
              </a:lnSpc>
              <a:spcBef>
                <a:spcPts val="0"/>
              </a:spcBef>
              <a:spcAft>
                <a:spcPts val="0"/>
              </a:spcAft>
              <a:buClr>
                <a:schemeClr val="lt1"/>
              </a:buClr>
              <a:buSzPts val="2600"/>
              <a:buFont typeface="Poppins SemiBold"/>
              <a:buNone/>
              <a:defRPr sz="2600" b="0">
                <a:solidFill>
                  <a:schemeClr val="lt1"/>
                </a:solidFill>
                <a:latin typeface="Poppins SemiBold"/>
                <a:ea typeface="Poppins SemiBold"/>
                <a:cs typeface="Poppins SemiBold"/>
                <a:sym typeface="Poppins SemiBold"/>
              </a:defRPr>
            </a:lvl4pPr>
            <a:lvl5pPr lvl="4">
              <a:lnSpc>
                <a:spcPct val="115000"/>
              </a:lnSpc>
              <a:spcBef>
                <a:spcPts val="0"/>
              </a:spcBef>
              <a:spcAft>
                <a:spcPts val="0"/>
              </a:spcAft>
              <a:buClr>
                <a:schemeClr val="lt1"/>
              </a:buClr>
              <a:buSzPts val="2600"/>
              <a:buFont typeface="Poppins SemiBold"/>
              <a:buNone/>
              <a:defRPr sz="2600" b="0">
                <a:solidFill>
                  <a:schemeClr val="lt1"/>
                </a:solidFill>
                <a:latin typeface="Poppins SemiBold"/>
                <a:ea typeface="Poppins SemiBold"/>
                <a:cs typeface="Poppins SemiBold"/>
                <a:sym typeface="Poppins SemiBold"/>
              </a:defRPr>
            </a:lvl5pPr>
            <a:lvl6pPr lvl="5">
              <a:lnSpc>
                <a:spcPct val="115000"/>
              </a:lnSpc>
              <a:spcBef>
                <a:spcPts val="0"/>
              </a:spcBef>
              <a:spcAft>
                <a:spcPts val="0"/>
              </a:spcAft>
              <a:buClr>
                <a:schemeClr val="lt1"/>
              </a:buClr>
              <a:buSzPts val="2600"/>
              <a:buFont typeface="Poppins SemiBold"/>
              <a:buNone/>
              <a:defRPr sz="2600" b="0">
                <a:solidFill>
                  <a:schemeClr val="lt1"/>
                </a:solidFill>
                <a:latin typeface="Poppins SemiBold"/>
                <a:ea typeface="Poppins SemiBold"/>
                <a:cs typeface="Poppins SemiBold"/>
                <a:sym typeface="Poppins SemiBold"/>
              </a:defRPr>
            </a:lvl6pPr>
            <a:lvl7pPr lvl="6">
              <a:lnSpc>
                <a:spcPct val="115000"/>
              </a:lnSpc>
              <a:spcBef>
                <a:spcPts val="0"/>
              </a:spcBef>
              <a:spcAft>
                <a:spcPts val="0"/>
              </a:spcAft>
              <a:buClr>
                <a:schemeClr val="lt1"/>
              </a:buClr>
              <a:buSzPts val="2600"/>
              <a:buFont typeface="Poppins SemiBold"/>
              <a:buNone/>
              <a:defRPr sz="2600" b="0">
                <a:solidFill>
                  <a:schemeClr val="lt1"/>
                </a:solidFill>
                <a:latin typeface="Poppins SemiBold"/>
                <a:ea typeface="Poppins SemiBold"/>
                <a:cs typeface="Poppins SemiBold"/>
                <a:sym typeface="Poppins SemiBold"/>
              </a:defRPr>
            </a:lvl7pPr>
            <a:lvl8pPr lvl="7">
              <a:lnSpc>
                <a:spcPct val="115000"/>
              </a:lnSpc>
              <a:spcBef>
                <a:spcPts val="0"/>
              </a:spcBef>
              <a:spcAft>
                <a:spcPts val="0"/>
              </a:spcAft>
              <a:buClr>
                <a:schemeClr val="lt1"/>
              </a:buClr>
              <a:buSzPts val="2600"/>
              <a:buFont typeface="Poppins SemiBold"/>
              <a:buNone/>
              <a:defRPr sz="2600" b="0">
                <a:solidFill>
                  <a:schemeClr val="lt1"/>
                </a:solidFill>
                <a:latin typeface="Poppins SemiBold"/>
                <a:ea typeface="Poppins SemiBold"/>
                <a:cs typeface="Poppins SemiBold"/>
                <a:sym typeface="Poppins SemiBold"/>
              </a:defRPr>
            </a:lvl8pPr>
            <a:lvl9pPr lvl="8">
              <a:lnSpc>
                <a:spcPct val="115000"/>
              </a:lnSpc>
              <a:spcBef>
                <a:spcPts val="0"/>
              </a:spcBef>
              <a:spcAft>
                <a:spcPts val="0"/>
              </a:spcAft>
              <a:buClr>
                <a:schemeClr val="lt1"/>
              </a:buClr>
              <a:buSzPts val="2600"/>
              <a:buFont typeface="Poppins SemiBold"/>
              <a:buNone/>
              <a:defRPr sz="2600" b="0">
                <a:solidFill>
                  <a:schemeClr val="lt1"/>
                </a:solidFill>
                <a:latin typeface="Poppins SemiBold"/>
                <a:ea typeface="Poppins SemiBold"/>
                <a:cs typeface="Poppins SemiBold"/>
                <a:sym typeface="Poppins SemiBold"/>
              </a:defRPr>
            </a:lvl9pPr>
          </a:lstStyle>
          <a:p>
            <a:endParaRPr/>
          </a:p>
        </p:txBody>
      </p:sp>
      <p:sp>
        <p:nvSpPr>
          <p:cNvPr id="161" name="Google Shape;161;p25"/>
          <p:cNvSpPr txBox="1">
            <a:spLocks noGrp="1"/>
          </p:cNvSpPr>
          <p:nvPr>
            <p:ph type="title" idx="2"/>
          </p:nvPr>
        </p:nvSpPr>
        <p:spPr>
          <a:xfrm>
            <a:off x="685800" y="8751375"/>
            <a:ext cx="7133700" cy="849600"/>
          </a:xfrm>
          <a:prstGeom prst="rect">
            <a:avLst/>
          </a:prstGeom>
          <a:noFill/>
          <a:ln>
            <a:noFill/>
          </a:ln>
        </p:spPr>
        <p:txBody>
          <a:bodyPr spcFirstLastPara="1" wrap="square" lIns="0" tIns="91400" rIns="182850" bIns="91400" anchor="t" anchorCtr="0">
            <a:noAutofit/>
          </a:bodyPr>
          <a:lstStyle>
            <a:lvl1pPr marR="0" lvl="0" algn="l">
              <a:lnSpc>
                <a:spcPct val="115000"/>
              </a:lnSpc>
              <a:spcBef>
                <a:spcPts val="0"/>
              </a:spcBef>
              <a:spcAft>
                <a:spcPts val="0"/>
              </a:spcAft>
              <a:buClr>
                <a:schemeClr val="lt1"/>
              </a:buClr>
              <a:buSzPts val="1800"/>
              <a:buNone/>
              <a:defRPr sz="1800" u="none" strike="noStrike" cap="none">
                <a:solidFill>
                  <a:schemeClr val="lt1"/>
                </a:solidFill>
              </a:defRPr>
            </a:lvl1pPr>
            <a:lvl2pPr lvl="1">
              <a:lnSpc>
                <a:spcPct val="115000"/>
              </a:lnSpc>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2pPr>
            <a:lvl3pPr lvl="2">
              <a:lnSpc>
                <a:spcPct val="115000"/>
              </a:lnSpc>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3pPr>
            <a:lvl4pPr lvl="3">
              <a:lnSpc>
                <a:spcPct val="115000"/>
              </a:lnSpc>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4pPr>
            <a:lvl5pPr lvl="4">
              <a:lnSpc>
                <a:spcPct val="115000"/>
              </a:lnSpc>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5pPr>
            <a:lvl6pPr lvl="5">
              <a:lnSpc>
                <a:spcPct val="115000"/>
              </a:lnSpc>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6pPr>
            <a:lvl7pPr lvl="6">
              <a:lnSpc>
                <a:spcPct val="115000"/>
              </a:lnSpc>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7pPr>
            <a:lvl8pPr lvl="7">
              <a:lnSpc>
                <a:spcPct val="115000"/>
              </a:lnSpc>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8pPr>
            <a:lvl9pPr lvl="8">
              <a:lnSpc>
                <a:spcPct val="115000"/>
              </a:lnSpc>
              <a:spcBef>
                <a:spcPts val="0"/>
              </a:spcBef>
              <a:spcAft>
                <a:spcPts val="0"/>
              </a:spcAft>
              <a:buClr>
                <a:schemeClr val="lt1"/>
              </a:buClr>
              <a:buSzPts val="1800"/>
              <a:buFont typeface="Poppins SemiBold"/>
              <a:buNone/>
              <a:defRPr sz="1800">
                <a:solidFill>
                  <a:schemeClr val="lt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Quote with spark fill - Light">
  <p:cSld name="Breaker_Denim_1_1_1_2_2_1_1_1_2_1_1_1_1_1">
    <p:bg>
      <p:bgPr>
        <a:solidFill>
          <a:schemeClr val="lt2"/>
        </a:solidFill>
        <a:effectLst/>
      </p:bgPr>
    </p:bg>
    <p:spTree>
      <p:nvGrpSpPr>
        <p:cNvPr id="1" name="Shape 162"/>
        <p:cNvGrpSpPr/>
        <p:nvPr/>
      </p:nvGrpSpPr>
      <p:grpSpPr>
        <a:xfrm>
          <a:off x="0" y="0"/>
          <a:ext cx="0" cy="0"/>
          <a:chOff x="0" y="0"/>
          <a:chExt cx="0" cy="0"/>
        </a:xfrm>
      </p:grpSpPr>
      <p:sp>
        <p:nvSpPr>
          <p:cNvPr id="163" name="Google Shape;163;p26"/>
          <p:cNvSpPr/>
          <p:nvPr/>
        </p:nvSpPr>
        <p:spPr>
          <a:xfrm>
            <a:off x="8013424" y="8283"/>
            <a:ext cx="10274706" cy="10269167"/>
          </a:xfrm>
          <a:custGeom>
            <a:avLst/>
            <a:gdLst/>
            <a:ahLst/>
            <a:cxnLst/>
            <a:rect l="l" t="t" r="r" b="b"/>
            <a:pathLst>
              <a:path w="2591181" h="2589784" extrusionOk="0">
                <a:moveTo>
                  <a:pt x="2406841" y="17145"/>
                </a:moveTo>
                <a:cubicBezTo>
                  <a:pt x="2396617" y="155385"/>
                  <a:pt x="2390902" y="291973"/>
                  <a:pt x="2385188" y="431419"/>
                </a:cubicBezTo>
                <a:cubicBezTo>
                  <a:pt x="2382330" y="501142"/>
                  <a:pt x="2378964" y="570865"/>
                  <a:pt x="2375536" y="640525"/>
                </a:cubicBezTo>
                <a:lnTo>
                  <a:pt x="2356168" y="1263333"/>
                </a:lnTo>
                <a:cubicBezTo>
                  <a:pt x="2351088" y="1407922"/>
                  <a:pt x="2348802" y="1555877"/>
                  <a:pt x="2346516" y="1703324"/>
                </a:cubicBezTo>
                <a:lnTo>
                  <a:pt x="2335150" y="1676464"/>
                </a:lnTo>
                <a:cubicBezTo>
                  <a:pt x="2282254" y="1554798"/>
                  <a:pt x="2228215" y="1428496"/>
                  <a:pt x="2170812" y="1301052"/>
                </a:cubicBezTo>
                <a:lnTo>
                  <a:pt x="1915414" y="733044"/>
                </a:lnTo>
                <a:cubicBezTo>
                  <a:pt x="1885887" y="670751"/>
                  <a:pt x="1856296" y="607886"/>
                  <a:pt x="1827276" y="545021"/>
                </a:cubicBezTo>
                <a:cubicBezTo>
                  <a:pt x="1764729" y="410146"/>
                  <a:pt x="1707833" y="288989"/>
                  <a:pt x="1647572" y="169609"/>
                </a:cubicBezTo>
                <a:lnTo>
                  <a:pt x="1639571" y="154178"/>
                </a:lnTo>
                <a:lnTo>
                  <a:pt x="1461072" y="229616"/>
                </a:lnTo>
                <a:lnTo>
                  <a:pt x="1466724" y="246190"/>
                </a:lnTo>
                <a:cubicBezTo>
                  <a:pt x="1504824" y="360490"/>
                  <a:pt x="1545781" y="475933"/>
                  <a:pt x="1585024" y="586804"/>
                </a:cubicBezTo>
                <a:lnTo>
                  <a:pt x="1611757" y="662813"/>
                </a:lnTo>
                <a:cubicBezTo>
                  <a:pt x="1632268" y="719963"/>
                  <a:pt x="1652715" y="777621"/>
                  <a:pt x="1672590" y="835914"/>
                </a:cubicBezTo>
                <a:lnTo>
                  <a:pt x="1891538" y="1418209"/>
                </a:lnTo>
                <a:cubicBezTo>
                  <a:pt x="1947291" y="1566799"/>
                  <a:pt x="1999615" y="1701610"/>
                  <a:pt x="2050225" y="1827911"/>
                </a:cubicBezTo>
                <a:lnTo>
                  <a:pt x="2015554" y="1794193"/>
                </a:lnTo>
                <a:cubicBezTo>
                  <a:pt x="1923987" y="1705039"/>
                  <a:pt x="1828991" y="1613027"/>
                  <a:pt x="1734566" y="1524508"/>
                </a:cubicBezTo>
                <a:lnTo>
                  <a:pt x="1280796" y="1097661"/>
                </a:lnTo>
                <a:cubicBezTo>
                  <a:pt x="1234694" y="1055942"/>
                  <a:pt x="1188657" y="1013714"/>
                  <a:pt x="1142619" y="971360"/>
                </a:cubicBezTo>
                <a:cubicBezTo>
                  <a:pt x="1047052" y="883349"/>
                  <a:pt x="933895" y="780479"/>
                  <a:pt x="818452" y="681101"/>
                </a:cubicBezTo>
                <a:lnTo>
                  <a:pt x="805371" y="670243"/>
                </a:lnTo>
                <a:lnTo>
                  <a:pt x="668275" y="807339"/>
                </a:lnTo>
                <a:lnTo>
                  <a:pt x="679641" y="820547"/>
                </a:lnTo>
                <a:cubicBezTo>
                  <a:pt x="772351" y="927989"/>
                  <a:pt x="868426" y="1034225"/>
                  <a:pt x="961137" y="1136523"/>
                </a:cubicBezTo>
                <a:lnTo>
                  <a:pt x="974789" y="1151954"/>
                </a:lnTo>
                <a:cubicBezTo>
                  <a:pt x="1014603" y="1195388"/>
                  <a:pt x="1054354" y="1239393"/>
                  <a:pt x="1094232" y="1283970"/>
                </a:cubicBezTo>
                <a:lnTo>
                  <a:pt x="1519619" y="1738757"/>
                </a:lnTo>
                <a:cubicBezTo>
                  <a:pt x="1611694" y="1837627"/>
                  <a:pt x="1708404" y="1937639"/>
                  <a:pt x="1791463" y="2023935"/>
                </a:cubicBezTo>
                <a:lnTo>
                  <a:pt x="1823848" y="2057654"/>
                </a:lnTo>
                <a:cubicBezTo>
                  <a:pt x="1790319" y="2044446"/>
                  <a:pt x="1756791" y="2030794"/>
                  <a:pt x="1723200" y="2017649"/>
                </a:cubicBezTo>
                <a:cubicBezTo>
                  <a:pt x="1620203" y="1976501"/>
                  <a:pt x="1517269" y="1935925"/>
                  <a:pt x="1413828" y="1896491"/>
                </a:cubicBezTo>
                <a:lnTo>
                  <a:pt x="832549" y="1676527"/>
                </a:lnTo>
                <a:cubicBezTo>
                  <a:pt x="760350" y="1651381"/>
                  <a:pt x="688150" y="1625092"/>
                  <a:pt x="617030" y="1599438"/>
                </a:cubicBezTo>
                <a:cubicBezTo>
                  <a:pt x="480505" y="1549718"/>
                  <a:pt x="366205" y="1508570"/>
                  <a:pt x="246190" y="1469136"/>
                </a:cubicBezTo>
                <a:lnTo>
                  <a:pt x="230315" y="1463993"/>
                </a:lnTo>
                <a:lnTo>
                  <a:pt x="155258" y="1642809"/>
                </a:lnTo>
                <a:lnTo>
                  <a:pt x="170625" y="1650810"/>
                </a:lnTo>
                <a:cubicBezTo>
                  <a:pt x="288925" y="1710817"/>
                  <a:pt x="410591" y="1767967"/>
                  <a:pt x="528320" y="1823403"/>
                </a:cubicBezTo>
                <a:lnTo>
                  <a:pt x="544830" y="1831404"/>
                </a:lnTo>
                <a:cubicBezTo>
                  <a:pt x="607378" y="1860042"/>
                  <a:pt x="669925" y="1889697"/>
                  <a:pt x="732473" y="1919986"/>
                </a:cubicBezTo>
                <a:lnTo>
                  <a:pt x="1296607" y="2174240"/>
                </a:lnTo>
                <a:cubicBezTo>
                  <a:pt x="1418337" y="2229676"/>
                  <a:pt x="1546861" y="2286191"/>
                  <a:pt x="1696975" y="2350834"/>
                </a:cubicBezTo>
                <a:cubicBezTo>
                  <a:pt x="1551940" y="2352548"/>
                  <a:pt x="1404113" y="2354834"/>
                  <a:pt x="1259078" y="2360549"/>
                </a:cubicBezTo>
                <a:lnTo>
                  <a:pt x="638049" y="2379980"/>
                </a:lnTo>
                <a:cubicBezTo>
                  <a:pt x="571500" y="2383409"/>
                  <a:pt x="504952" y="2386266"/>
                  <a:pt x="438404" y="2389061"/>
                </a:cubicBezTo>
                <a:lnTo>
                  <a:pt x="429895" y="2389061"/>
                </a:lnTo>
                <a:cubicBezTo>
                  <a:pt x="290005" y="2395347"/>
                  <a:pt x="152909" y="2401634"/>
                  <a:pt x="17018" y="2411349"/>
                </a:cubicBezTo>
                <a:lnTo>
                  <a:pt x="0" y="2412492"/>
                </a:lnTo>
                <a:lnTo>
                  <a:pt x="0" y="2589784"/>
                </a:lnTo>
                <a:lnTo>
                  <a:pt x="2591181" y="2589784"/>
                </a:lnTo>
                <a:lnTo>
                  <a:pt x="2591181" y="0"/>
                </a:lnTo>
                <a:lnTo>
                  <a:pt x="2407984" y="0"/>
                </a:lnTo>
                <a:lnTo>
                  <a:pt x="2406841" y="17145"/>
                </a:lnTo>
                <a:close/>
              </a:path>
            </a:pathLst>
          </a:custGeom>
          <a:solidFill>
            <a:srgbClr val="EFEFEF"/>
          </a:solidFill>
          <a:ln>
            <a:noFill/>
          </a:ln>
        </p:spPr>
        <p:txBody>
          <a:bodyPr spcFirstLastPara="1" wrap="square" lIns="208150" tIns="104075" rIns="208150" bIns="104075" anchor="ctr" anchorCtr="0">
            <a:noAutofit/>
          </a:bodyPr>
          <a:lstStyle/>
          <a:p>
            <a:pPr marL="0" marR="0" lvl="0" indent="0" algn="l" rtl="0">
              <a:spcBef>
                <a:spcPts val="0"/>
              </a:spcBef>
              <a:spcAft>
                <a:spcPts val="0"/>
              </a:spcAft>
              <a:buNone/>
            </a:pPr>
            <a:endParaRPr sz="4099">
              <a:solidFill>
                <a:srgbClr val="000000"/>
              </a:solidFill>
              <a:latin typeface="Arial"/>
              <a:ea typeface="Arial"/>
              <a:cs typeface="Arial"/>
              <a:sym typeface="Arial"/>
            </a:endParaRPr>
          </a:p>
        </p:txBody>
      </p:sp>
      <p:sp>
        <p:nvSpPr>
          <p:cNvPr id="164" name="Google Shape;164;p26"/>
          <p:cNvSpPr txBox="1">
            <a:spLocks noGrp="1"/>
          </p:cNvSpPr>
          <p:nvPr>
            <p:ph type="title"/>
          </p:nvPr>
        </p:nvSpPr>
        <p:spPr>
          <a:xfrm>
            <a:off x="685800" y="2235450"/>
            <a:ext cx="7327500" cy="5816100"/>
          </a:xfrm>
          <a:prstGeom prst="rect">
            <a:avLst/>
          </a:prstGeom>
        </p:spPr>
        <p:txBody>
          <a:bodyPr spcFirstLastPara="1" wrap="square" lIns="0" tIns="0" rIns="0" bIns="0" anchor="b" anchorCtr="0">
            <a:noAutofit/>
          </a:bodyPr>
          <a:lstStyle>
            <a:lvl1pPr lvl="0">
              <a:lnSpc>
                <a:spcPct val="115000"/>
              </a:lnSpc>
              <a:spcBef>
                <a:spcPts val="0"/>
              </a:spcBef>
              <a:spcAft>
                <a:spcPts val="0"/>
              </a:spcAft>
              <a:buSzPts val="2600"/>
              <a:buFont typeface="Poppins Light"/>
              <a:buNone/>
              <a:defRPr sz="2600">
                <a:latin typeface="Poppins Light"/>
                <a:ea typeface="Poppins Light"/>
                <a:cs typeface="Poppins Light"/>
                <a:sym typeface="Poppins Light"/>
              </a:defRPr>
            </a:lvl1pPr>
            <a:lvl2pPr lvl="1">
              <a:lnSpc>
                <a:spcPct val="115000"/>
              </a:lnSpc>
              <a:spcBef>
                <a:spcPts val="0"/>
              </a:spcBef>
              <a:spcAft>
                <a:spcPts val="0"/>
              </a:spcAft>
              <a:buSzPts val="2600"/>
              <a:buFont typeface="Poppins SemiBold"/>
              <a:buNone/>
              <a:defRPr sz="2600" b="0">
                <a:latin typeface="Poppins SemiBold"/>
                <a:ea typeface="Poppins SemiBold"/>
                <a:cs typeface="Poppins SemiBold"/>
                <a:sym typeface="Poppins SemiBold"/>
              </a:defRPr>
            </a:lvl2pPr>
            <a:lvl3pPr lvl="2">
              <a:lnSpc>
                <a:spcPct val="115000"/>
              </a:lnSpc>
              <a:spcBef>
                <a:spcPts val="0"/>
              </a:spcBef>
              <a:spcAft>
                <a:spcPts val="0"/>
              </a:spcAft>
              <a:buSzPts val="2600"/>
              <a:buFont typeface="Poppins SemiBold"/>
              <a:buNone/>
              <a:defRPr sz="2600" b="0">
                <a:latin typeface="Poppins SemiBold"/>
                <a:ea typeface="Poppins SemiBold"/>
                <a:cs typeface="Poppins SemiBold"/>
                <a:sym typeface="Poppins SemiBold"/>
              </a:defRPr>
            </a:lvl3pPr>
            <a:lvl4pPr lvl="3">
              <a:lnSpc>
                <a:spcPct val="115000"/>
              </a:lnSpc>
              <a:spcBef>
                <a:spcPts val="0"/>
              </a:spcBef>
              <a:spcAft>
                <a:spcPts val="0"/>
              </a:spcAft>
              <a:buSzPts val="2600"/>
              <a:buFont typeface="Poppins SemiBold"/>
              <a:buNone/>
              <a:defRPr sz="2600" b="0">
                <a:latin typeface="Poppins SemiBold"/>
                <a:ea typeface="Poppins SemiBold"/>
                <a:cs typeface="Poppins SemiBold"/>
                <a:sym typeface="Poppins SemiBold"/>
              </a:defRPr>
            </a:lvl4pPr>
            <a:lvl5pPr lvl="4">
              <a:lnSpc>
                <a:spcPct val="115000"/>
              </a:lnSpc>
              <a:spcBef>
                <a:spcPts val="0"/>
              </a:spcBef>
              <a:spcAft>
                <a:spcPts val="0"/>
              </a:spcAft>
              <a:buSzPts val="2600"/>
              <a:buFont typeface="Poppins SemiBold"/>
              <a:buNone/>
              <a:defRPr sz="2600" b="0">
                <a:latin typeface="Poppins SemiBold"/>
                <a:ea typeface="Poppins SemiBold"/>
                <a:cs typeface="Poppins SemiBold"/>
                <a:sym typeface="Poppins SemiBold"/>
              </a:defRPr>
            </a:lvl5pPr>
            <a:lvl6pPr lvl="5">
              <a:lnSpc>
                <a:spcPct val="115000"/>
              </a:lnSpc>
              <a:spcBef>
                <a:spcPts val="0"/>
              </a:spcBef>
              <a:spcAft>
                <a:spcPts val="0"/>
              </a:spcAft>
              <a:buSzPts val="2600"/>
              <a:buFont typeface="Poppins SemiBold"/>
              <a:buNone/>
              <a:defRPr sz="2600" b="0">
                <a:latin typeface="Poppins SemiBold"/>
                <a:ea typeface="Poppins SemiBold"/>
                <a:cs typeface="Poppins SemiBold"/>
                <a:sym typeface="Poppins SemiBold"/>
              </a:defRPr>
            </a:lvl6pPr>
            <a:lvl7pPr lvl="6">
              <a:lnSpc>
                <a:spcPct val="115000"/>
              </a:lnSpc>
              <a:spcBef>
                <a:spcPts val="0"/>
              </a:spcBef>
              <a:spcAft>
                <a:spcPts val="0"/>
              </a:spcAft>
              <a:buSzPts val="2600"/>
              <a:buFont typeface="Poppins SemiBold"/>
              <a:buNone/>
              <a:defRPr sz="2600" b="0">
                <a:latin typeface="Poppins SemiBold"/>
                <a:ea typeface="Poppins SemiBold"/>
                <a:cs typeface="Poppins SemiBold"/>
                <a:sym typeface="Poppins SemiBold"/>
              </a:defRPr>
            </a:lvl7pPr>
            <a:lvl8pPr lvl="7">
              <a:lnSpc>
                <a:spcPct val="115000"/>
              </a:lnSpc>
              <a:spcBef>
                <a:spcPts val="0"/>
              </a:spcBef>
              <a:spcAft>
                <a:spcPts val="0"/>
              </a:spcAft>
              <a:buSzPts val="2600"/>
              <a:buFont typeface="Poppins SemiBold"/>
              <a:buNone/>
              <a:defRPr sz="2600" b="0">
                <a:latin typeface="Poppins SemiBold"/>
                <a:ea typeface="Poppins SemiBold"/>
                <a:cs typeface="Poppins SemiBold"/>
                <a:sym typeface="Poppins SemiBold"/>
              </a:defRPr>
            </a:lvl8pPr>
            <a:lvl9pPr lvl="8">
              <a:lnSpc>
                <a:spcPct val="115000"/>
              </a:lnSpc>
              <a:spcBef>
                <a:spcPts val="0"/>
              </a:spcBef>
              <a:spcAft>
                <a:spcPts val="0"/>
              </a:spcAft>
              <a:buSzPts val="2600"/>
              <a:buFont typeface="Poppins SemiBold"/>
              <a:buNone/>
              <a:defRPr sz="2600" b="0">
                <a:latin typeface="Poppins SemiBold"/>
                <a:ea typeface="Poppins SemiBold"/>
                <a:cs typeface="Poppins SemiBold"/>
                <a:sym typeface="Poppins SemiBold"/>
              </a:defRPr>
            </a:lvl9pPr>
          </a:lstStyle>
          <a:p>
            <a:endParaRPr/>
          </a:p>
        </p:txBody>
      </p:sp>
      <p:sp>
        <p:nvSpPr>
          <p:cNvPr id="165" name="Google Shape;165;p26"/>
          <p:cNvSpPr txBox="1">
            <a:spLocks noGrp="1"/>
          </p:cNvSpPr>
          <p:nvPr>
            <p:ph type="title" idx="2"/>
          </p:nvPr>
        </p:nvSpPr>
        <p:spPr>
          <a:xfrm>
            <a:off x="685800" y="8751375"/>
            <a:ext cx="7133700" cy="849600"/>
          </a:xfrm>
          <a:prstGeom prst="rect">
            <a:avLst/>
          </a:prstGeom>
          <a:noFill/>
          <a:ln>
            <a:noFill/>
          </a:ln>
        </p:spPr>
        <p:txBody>
          <a:bodyPr spcFirstLastPara="1" wrap="square" lIns="0" tIns="91400" rIns="182850" bIns="91400" anchor="t" anchorCtr="0">
            <a:noAutofit/>
          </a:bodyPr>
          <a:lstStyle>
            <a:lvl1pPr marR="0" lvl="0" algn="l">
              <a:lnSpc>
                <a:spcPct val="115000"/>
              </a:lnSpc>
              <a:spcBef>
                <a:spcPts val="0"/>
              </a:spcBef>
              <a:spcAft>
                <a:spcPts val="0"/>
              </a:spcAft>
              <a:buSzPts val="1800"/>
              <a:buNone/>
              <a:defRPr sz="1800" u="none" strike="noStrike" cap="none"/>
            </a:lvl1pPr>
            <a:lvl2pPr lvl="1">
              <a:lnSpc>
                <a:spcPct val="115000"/>
              </a:lnSpc>
              <a:spcBef>
                <a:spcPts val="0"/>
              </a:spcBef>
              <a:spcAft>
                <a:spcPts val="0"/>
              </a:spcAft>
              <a:buSzPts val="1800"/>
              <a:buFont typeface="Poppins SemiBold"/>
              <a:buNone/>
              <a:defRPr sz="1800">
                <a:latin typeface="Poppins SemiBold"/>
                <a:ea typeface="Poppins SemiBold"/>
                <a:cs typeface="Poppins SemiBold"/>
                <a:sym typeface="Poppins SemiBold"/>
              </a:defRPr>
            </a:lvl2pPr>
            <a:lvl3pPr lvl="2">
              <a:lnSpc>
                <a:spcPct val="115000"/>
              </a:lnSpc>
              <a:spcBef>
                <a:spcPts val="0"/>
              </a:spcBef>
              <a:spcAft>
                <a:spcPts val="0"/>
              </a:spcAft>
              <a:buSzPts val="1800"/>
              <a:buFont typeface="Poppins SemiBold"/>
              <a:buNone/>
              <a:defRPr sz="1800">
                <a:latin typeface="Poppins SemiBold"/>
                <a:ea typeface="Poppins SemiBold"/>
                <a:cs typeface="Poppins SemiBold"/>
                <a:sym typeface="Poppins SemiBold"/>
              </a:defRPr>
            </a:lvl3pPr>
            <a:lvl4pPr lvl="3">
              <a:lnSpc>
                <a:spcPct val="115000"/>
              </a:lnSpc>
              <a:spcBef>
                <a:spcPts val="0"/>
              </a:spcBef>
              <a:spcAft>
                <a:spcPts val="0"/>
              </a:spcAft>
              <a:buSzPts val="1800"/>
              <a:buFont typeface="Poppins SemiBold"/>
              <a:buNone/>
              <a:defRPr sz="1800">
                <a:latin typeface="Poppins SemiBold"/>
                <a:ea typeface="Poppins SemiBold"/>
                <a:cs typeface="Poppins SemiBold"/>
                <a:sym typeface="Poppins SemiBold"/>
              </a:defRPr>
            </a:lvl4pPr>
            <a:lvl5pPr lvl="4">
              <a:lnSpc>
                <a:spcPct val="115000"/>
              </a:lnSpc>
              <a:spcBef>
                <a:spcPts val="0"/>
              </a:spcBef>
              <a:spcAft>
                <a:spcPts val="0"/>
              </a:spcAft>
              <a:buSzPts val="1800"/>
              <a:buFont typeface="Poppins SemiBold"/>
              <a:buNone/>
              <a:defRPr sz="1800">
                <a:latin typeface="Poppins SemiBold"/>
                <a:ea typeface="Poppins SemiBold"/>
                <a:cs typeface="Poppins SemiBold"/>
                <a:sym typeface="Poppins SemiBold"/>
              </a:defRPr>
            </a:lvl5pPr>
            <a:lvl6pPr lvl="5">
              <a:lnSpc>
                <a:spcPct val="115000"/>
              </a:lnSpc>
              <a:spcBef>
                <a:spcPts val="0"/>
              </a:spcBef>
              <a:spcAft>
                <a:spcPts val="0"/>
              </a:spcAft>
              <a:buSzPts val="1800"/>
              <a:buFont typeface="Poppins SemiBold"/>
              <a:buNone/>
              <a:defRPr sz="1800">
                <a:latin typeface="Poppins SemiBold"/>
                <a:ea typeface="Poppins SemiBold"/>
                <a:cs typeface="Poppins SemiBold"/>
                <a:sym typeface="Poppins SemiBold"/>
              </a:defRPr>
            </a:lvl6pPr>
            <a:lvl7pPr lvl="6">
              <a:lnSpc>
                <a:spcPct val="115000"/>
              </a:lnSpc>
              <a:spcBef>
                <a:spcPts val="0"/>
              </a:spcBef>
              <a:spcAft>
                <a:spcPts val="0"/>
              </a:spcAft>
              <a:buSzPts val="1800"/>
              <a:buFont typeface="Poppins SemiBold"/>
              <a:buNone/>
              <a:defRPr sz="1800">
                <a:latin typeface="Poppins SemiBold"/>
                <a:ea typeface="Poppins SemiBold"/>
                <a:cs typeface="Poppins SemiBold"/>
                <a:sym typeface="Poppins SemiBold"/>
              </a:defRPr>
            </a:lvl7pPr>
            <a:lvl8pPr lvl="7">
              <a:lnSpc>
                <a:spcPct val="115000"/>
              </a:lnSpc>
              <a:spcBef>
                <a:spcPts val="0"/>
              </a:spcBef>
              <a:spcAft>
                <a:spcPts val="0"/>
              </a:spcAft>
              <a:buSzPts val="1800"/>
              <a:buFont typeface="Poppins SemiBold"/>
              <a:buNone/>
              <a:defRPr sz="1800">
                <a:latin typeface="Poppins SemiBold"/>
                <a:ea typeface="Poppins SemiBold"/>
                <a:cs typeface="Poppins SemiBold"/>
                <a:sym typeface="Poppins SemiBold"/>
              </a:defRPr>
            </a:lvl8pPr>
            <a:lvl9pPr lvl="8">
              <a:lnSpc>
                <a:spcPct val="115000"/>
              </a:lnSpc>
              <a:spcBef>
                <a:spcPts val="0"/>
              </a:spcBef>
              <a:spcAft>
                <a:spcPts val="0"/>
              </a:spcAft>
              <a:buSzPts val="1800"/>
              <a:buFont typeface="Poppins SemiBold"/>
              <a:buNone/>
              <a:defRPr sz="1800">
                <a:latin typeface="Poppins SemiBold"/>
                <a:ea typeface="Poppins SemiBold"/>
                <a:cs typeface="Poppins SemiBold"/>
                <a:sym typeface="Poppins SemiBold"/>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85800" y="756750"/>
            <a:ext cx="16916400" cy="723000"/>
          </a:xfrm>
          <a:prstGeom prst="rect">
            <a:avLst/>
          </a:prstGeom>
          <a:noFill/>
          <a:ln>
            <a:noFill/>
          </a:ln>
        </p:spPr>
        <p:txBody>
          <a:bodyPr spcFirstLastPara="1" wrap="square" lIns="0" tIns="91400" rIns="182850" bIns="91400" anchor="t" anchorCtr="0">
            <a:noAutofit/>
          </a:bodyPr>
          <a:lstStyle>
            <a:lvl1pPr marR="0" lvl="0" algn="l">
              <a:lnSpc>
                <a:spcPct val="100000"/>
              </a:lnSpc>
              <a:spcBef>
                <a:spcPts val="0"/>
              </a:spcBef>
              <a:spcAft>
                <a:spcPts val="0"/>
              </a:spcAft>
              <a:buClr>
                <a:schemeClr val="dk1"/>
              </a:buClr>
              <a:buSzPts val="2200"/>
              <a:buFont typeface="Poppins Light"/>
              <a:buNone/>
              <a:defRPr sz="2200" u="none" strike="noStrike" cap="none">
                <a:solidFill>
                  <a:schemeClr val="dk1"/>
                </a:solidFill>
                <a:latin typeface="Poppins Light"/>
                <a:ea typeface="Poppins Light"/>
                <a:cs typeface="Poppins Light"/>
                <a:sym typeface="Poppins Light"/>
              </a:defRPr>
            </a:lvl1pPr>
            <a:lvl2pPr lvl="1">
              <a:spcBef>
                <a:spcPts val="0"/>
              </a:spcBef>
              <a:spcAft>
                <a:spcPts val="0"/>
              </a:spcAft>
              <a:buClr>
                <a:schemeClr val="dk1"/>
              </a:buClr>
              <a:buSzPts val="2200"/>
              <a:buFont typeface="Poppins Light"/>
              <a:buNone/>
              <a:defRPr sz="2200">
                <a:solidFill>
                  <a:schemeClr val="dk1"/>
                </a:solidFill>
                <a:latin typeface="Poppins Light"/>
                <a:ea typeface="Poppins Light"/>
                <a:cs typeface="Poppins Light"/>
                <a:sym typeface="Poppins Light"/>
              </a:defRPr>
            </a:lvl2pPr>
            <a:lvl3pPr lvl="2">
              <a:spcBef>
                <a:spcPts val="0"/>
              </a:spcBef>
              <a:spcAft>
                <a:spcPts val="0"/>
              </a:spcAft>
              <a:buClr>
                <a:schemeClr val="dk1"/>
              </a:buClr>
              <a:buSzPts val="2200"/>
              <a:buFont typeface="Poppins Light"/>
              <a:buNone/>
              <a:defRPr sz="2200">
                <a:solidFill>
                  <a:schemeClr val="dk1"/>
                </a:solidFill>
                <a:latin typeface="Poppins Light"/>
                <a:ea typeface="Poppins Light"/>
                <a:cs typeface="Poppins Light"/>
                <a:sym typeface="Poppins Light"/>
              </a:defRPr>
            </a:lvl3pPr>
            <a:lvl4pPr lvl="3">
              <a:spcBef>
                <a:spcPts val="0"/>
              </a:spcBef>
              <a:spcAft>
                <a:spcPts val="0"/>
              </a:spcAft>
              <a:buClr>
                <a:schemeClr val="dk1"/>
              </a:buClr>
              <a:buSzPts val="2200"/>
              <a:buFont typeface="Poppins Light"/>
              <a:buNone/>
              <a:defRPr sz="2200">
                <a:solidFill>
                  <a:schemeClr val="dk1"/>
                </a:solidFill>
                <a:latin typeface="Poppins Light"/>
                <a:ea typeface="Poppins Light"/>
                <a:cs typeface="Poppins Light"/>
                <a:sym typeface="Poppins Light"/>
              </a:defRPr>
            </a:lvl4pPr>
            <a:lvl5pPr lvl="4">
              <a:spcBef>
                <a:spcPts val="0"/>
              </a:spcBef>
              <a:spcAft>
                <a:spcPts val="0"/>
              </a:spcAft>
              <a:buClr>
                <a:schemeClr val="dk1"/>
              </a:buClr>
              <a:buSzPts val="2200"/>
              <a:buFont typeface="Poppins Light"/>
              <a:buNone/>
              <a:defRPr sz="2200">
                <a:solidFill>
                  <a:schemeClr val="dk1"/>
                </a:solidFill>
                <a:latin typeface="Poppins Light"/>
                <a:ea typeface="Poppins Light"/>
                <a:cs typeface="Poppins Light"/>
                <a:sym typeface="Poppins Light"/>
              </a:defRPr>
            </a:lvl5pPr>
            <a:lvl6pPr lvl="5">
              <a:spcBef>
                <a:spcPts val="0"/>
              </a:spcBef>
              <a:spcAft>
                <a:spcPts val="0"/>
              </a:spcAft>
              <a:buClr>
                <a:schemeClr val="dk1"/>
              </a:buClr>
              <a:buSzPts val="2200"/>
              <a:buFont typeface="Poppins Light"/>
              <a:buNone/>
              <a:defRPr sz="2200">
                <a:solidFill>
                  <a:schemeClr val="dk1"/>
                </a:solidFill>
                <a:latin typeface="Poppins Light"/>
                <a:ea typeface="Poppins Light"/>
                <a:cs typeface="Poppins Light"/>
                <a:sym typeface="Poppins Light"/>
              </a:defRPr>
            </a:lvl6pPr>
            <a:lvl7pPr lvl="6">
              <a:spcBef>
                <a:spcPts val="0"/>
              </a:spcBef>
              <a:spcAft>
                <a:spcPts val="0"/>
              </a:spcAft>
              <a:buClr>
                <a:schemeClr val="dk1"/>
              </a:buClr>
              <a:buSzPts val="2200"/>
              <a:buFont typeface="Poppins Light"/>
              <a:buNone/>
              <a:defRPr sz="2200">
                <a:solidFill>
                  <a:schemeClr val="dk1"/>
                </a:solidFill>
                <a:latin typeface="Poppins Light"/>
                <a:ea typeface="Poppins Light"/>
                <a:cs typeface="Poppins Light"/>
                <a:sym typeface="Poppins Light"/>
              </a:defRPr>
            </a:lvl7pPr>
            <a:lvl8pPr lvl="7">
              <a:spcBef>
                <a:spcPts val="0"/>
              </a:spcBef>
              <a:spcAft>
                <a:spcPts val="0"/>
              </a:spcAft>
              <a:buClr>
                <a:schemeClr val="dk1"/>
              </a:buClr>
              <a:buSzPts val="2200"/>
              <a:buFont typeface="Poppins Light"/>
              <a:buNone/>
              <a:defRPr sz="2200">
                <a:solidFill>
                  <a:schemeClr val="dk1"/>
                </a:solidFill>
                <a:latin typeface="Poppins Light"/>
                <a:ea typeface="Poppins Light"/>
                <a:cs typeface="Poppins Light"/>
                <a:sym typeface="Poppins Light"/>
              </a:defRPr>
            </a:lvl8pPr>
            <a:lvl9pPr lvl="8">
              <a:spcBef>
                <a:spcPts val="0"/>
              </a:spcBef>
              <a:spcAft>
                <a:spcPts val="0"/>
              </a:spcAft>
              <a:buClr>
                <a:schemeClr val="dk1"/>
              </a:buClr>
              <a:buSzPts val="2200"/>
              <a:buFont typeface="Poppins Light"/>
              <a:buNone/>
              <a:defRPr sz="2200">
                <a:solidFill>
                  <a:schemeClr val="dk1"/>
                </a:solidFill>
                <a:latin typeface="Poppins Light"/>
                <a:ea typeface="Poppins Light"/>
                <a:cs typeface="Poppins Light"/>
                <a:sym typeface="Poppins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32">
          <p15:clr>
            <a:srgbClr val="F26B43"/>
          </p15:clr>
        </p15:guide>
        <p15:guide id="2" orient="horz" pos="396">
          <p15:clr>
            <a:srgbClr val="F26B43"/>
          </p15:clr>
        </p15:guide>
        <p15:guide id="3" pos="11088">
          <p15:clr>
            <a:srgbClr val="F26B43"/>
          </p15:clr>
        </p15:guide>
        <p15:guide id="4" orient="horz" pos="60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notesSlide" Target="../notesSlides/notesSlide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9.png"/><Relationship Id="rId3" Type="http://schemas.openxmlformats.org/officeDocument/2006/relationships/notesSlide" Target="../notesSlides/notesSlide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notesSlide" Target="../notesSlides/notesSlide2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notesSlide" Target="../notesSlides/notesSlide2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notesSlide" Target="../notesSlides/notesSlide2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notesSlide" Target="../notesSlides/notesSlide3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8.png"/><Relationship Id="rId3" Type="http://schemas.openxmlformats.org/officeDocument/2006/relationships/notesSlide" Target="../notesSlides/notesSlide3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9.png"/><Relationship Id="rId3" Type="http://schemas.openxmlformats.org/officeDocument/2006/relationships/notesSlide" Target="../notesSlides/notesSlide3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0.png"/><Relationship Id="rId3" Type="http://schemas.openxmlformats.org/officeDocument/2006/relationships/notesSlide" Target="../notesSlides/notesSlide3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notesSlide" Target="../notesSlides/notesSlide3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3.png"/><Relationship Id="rId3" Type="http://schemas.openxmlformats.org/officeDocument/2006/relationships/notesSlide" Target="../notesSlides/notesSlide3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notesSlide" Target="../notesSlides/notesSlide3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notesSlide" Target="../notesSlides/notesSlide3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8.png"/><Relationship Id="rId3" Type="http://schemas.openxmlformats.org/officeDocument/2006/relationships/image" Target="../media/image59.png"/><Relationship Id="rId4" Type="http://schemas.openxmlformats.org/officeDocument/2006/relationships/notesSlide" Target="../notesSlides/notesSlide3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notesSlide" Target="../notesSlides/notesSlide3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291840"/>
            <a:ext cx="10972800" cy="2651760"/>
          </a:xfrm>
        </p:spPr>
        <p:txBody>
          <a:bodyPr/>
          <a:lstStyle/>
          <a:p>
            <a:r>
              <a:rPr lang="fr-FR" dirty="0"/>
              <a:t>Real Time AI:</a:t>
            </a:r>
            <a:br>
              <a:rPr lang="fr-FR" dirty="0"/>
            </a:br>
            <a:r>
              <a:rPr lang="fr-FR" dirty="0"/>
              <a:t>Confluent Intelligence &amp; </a:t>
            </a:r>
            <a:r>
              <a:rPr lang="fr-FR" dirty="0" err="1"/>
              <a:t>watsonx</a:t>
            </a:r>
            <a:r>
              <a:rPr lang="fr-FR" dirty="0"/>
              <a:t> </a:t>
            </a:r>
            <a:r>
              <a:rPr lang="fr-FR" dirty="0" err="1"/>
              <a:t>Orchestrate</a:t>
            </a:r>
            <a:endParaRPr lang="en-US" dirty="0"/>
          </a:p>
        </p:txBody>
      </p:sp>
      <p:sp>
        <p:nvSpPr>
          <p:cNvPr id="3" name="Subtitle 2"/>
          <p:cNvSpPr>
            <a:spLocks noGrp="1"/>
          </p:cNvSpPr>
          <p:nvPr>
            <p:ph type="subTitle" idx="1"/>
          </p:nvPr>
        </p:nvSpPr>
        <p:spPr>
          <a:xfrm>
            <a:off x="685800" y="8641080"/>
            <a:ext cx="13716000" cy="1005840"/>
          </a:xfrm>
        </p:spPr>
        <p:txBody>
          <a:bodyPr/>
          <a:lstStyle/>
          <a:p>
            <a:r>
              <a:rPr lang="en-US"/>
              <a:t>Data Streaming World Tour Paris · October 1, 2026 · 2:15–3:00 pm</a:t>
            </a:r>
          </a:p>
          <a:p>
            <a:r>
              <a:rPr lang="en-US"/>
              <a:t>François Estepa (IBM) · Daniel Petisme (Confluent)</a:t>
            </a:r>
          </a:p>
        </p:txBody>
      </p:sp>
      <p:sp>
        <p:nvSpPr>
          <p:cNvPr id="4" name="TextBox 3"/>
          <p:cNvSpPr txBox="1"/>
          <p:nvPr/>
        </p:nvSpPr>
        <p:spPr>
          <a:xfrm>
            <a:off x="685800" y="6172200"/>
            <a:ext cx="10515600" cy="369332"/>
          </a:xfrm>
          <a:prstGeom prst="rect">
            <a:avLst/>
          </a:prstGeom>
          <a:noFill/>
        </p:spPr>
        <p:txBody>
          <a:bodyPr wrap="square" lIns="0" tIns="0" rIns="0" bIns="0" anchor="t">
            <a:spAutoFit/>
          </a:bodyPr>
          <a:lstStyle/>
          <a:p>
            <a:r>
              <a:rPr lang="fr-FR" sz="2400" i="1" dirty="0">
                <a:solidFill>
                  <a:schemeClr val="bg1"/>
                </a:solidFill>
              </a:rPr>
              <a:t>Demo walkthrough: from a customer ticket to a governed agent</a:t>
            </a:r>
            <a:r>
              <a:rPr lang="fr-FR" sz="2400" i="1" dirty="0" err="1">
                <a:solidFill>
                  <a:schemeClr val="bg1"/>
                </a:solidFill>
              </a:rPr>
              <a:t/>
            </a:r>
            <a:r>
              <a:rPr lang="fr-FR" sz="2400" i="1" dirty="0">
                <a:solidFill>
                  <a:schemeClr val="bg1"/>
                </a:solidFill>
              </a:rPr>
              <a:t/>
            </a:r>
            <a:endParaRPr lang="en-US" sz="2200" b="0" i="0" dirty="0">
              <a:solidFill>
                <a:schemeClr val="bg1"/>
              </a:solidFill>
              <a:latin typeface="Poppins Light"/>
            </a:endParaRPr>
          </a:p>
        </p:txBody>
      </p:sp>
      <p:sp>
        <p:nvSpPr>
          <p:cNvPr id="5" name="TextBox 4"/>
          <p:cNvSpPr txBox="1"/>
          <p:nvPr/>
        </p:nvSpPr>
        <p:spPr>
          <a:xfrm>
            <a:off x="685800" y="7635240"/>
            <a:ext cx="10972800" cy="276999"/>
          </a:xfrm>
          <a:prstGeom prst="rect">
            <a:avLst/>
          </a:prstGeom>
          <a:noFill/>
        </p:spPr>
        <p:txBody>
          <a:bodyPr wrap="square" lIns="0" tIns="0" rIns="0" bIns="0" anchor="t">
            <a:spAutoFit/>
          </a:bodyPr>
          <a:lstStyle/>
          <a:p>
            <a:pPr algn="l"/>
            <a:r>
              <a:rPr lang="en-US" sz="1800" b="0" i="0" dirty="0">
                <a:solidFill>
                  <a:srgbClr val="009FFF"/>
                </a:solidFill>
                <a:latin typeface="Poppins SemiBold"/>
              </a:rPr>
              <a:t>IBM </a:t>
            </a:r>
            <a:r>
              <a:rPr lang="en-US" sz="1800" b="0" i="0" dirty="0" err="1">
                <a:solidFill>
                  <a:srgbClr val="009FFF"/>
                </a:solidFill>
                <a:latin typeface="Poppins SemiBold"/>
              </a:rPr>
              <a:t>watsonx</a:t>
            </a:r>
            <a:r>
              <a:rPr lang="en-US" sz="1800" b="0" i="0" dirty="0">
                <a:solidFill>
                  <a:srgbClr val="009FFF"/>
                </a:solidFill>
                <a:latin typeface="Poppins SemiBold"/>
              </a:rPr>
              <a:t> Orchestrate</a:t>
            </a:r>
            <a:r>
              <a:rPr lang="en-US" sz="1800" b="0" i="0" dirty="0">
                <a:solidFill>
                  <a:srgbClr val="FFFFFF"/>
                </a:solidFill>
                <a:latin typeface="Poppins SemiBold"/>
              </a:rPr>
              <a:t>   +   </a:t>
            </a:r>
            <a:r>
              <a:rPr lang="en-US" sz="1800" b="0" i="0" dirty="0">
                <a:solidFill>
                  <a:srgbClr val="009FFF"/>
                </a:solidFill>
                <a:latin typeface="Poppins SemiBold"/>
              </a:rPr>
              <a:t>Confluent</a:t>
            </a:r>
            <a:endParaRPr lang="en-US" sz="1800" b="0" i="0" dirty="0">
              <a:solidFill>
                <a:srgbClr val="00EB92"/>
              </a:solidFill>
              <a:latin typeface="Poppins SemiBold"/>
            </a:endParaRPr>
          </a:p>
        </p:txBody>
      </p:sp>
      <p:pic>
        <p:nvPicPr>
          <p:cNvPr id="6" name="Picture 5" descr="s1_13.png"/>
          <p:cNvPicPr>
            <a:picLocks noChangeAspect="1"/>
          </p:cNvPicPr>
          <p:nvPr/>
        </p:nvPicPr>
        <p:blipFill>
          <a:blip r:embed="rId3"/>
          <a:stretch>
            <a:fillRect/>
          </a:stretch>
        </p:blipFill>
        <p:spPr>
          <a:xfrm>
            <a:off x="14036040" y="685800"/>
            <a:ext cx="3566160" cy="1591806"/>
          </a:xfrm>
          <a:prstGeom prst="rect">
            <a:avLst/>
          </a:prstGeom>
        </p:spPr>
      </p:pic>
      <p:sp>
        <p:nvSpPr>
          <p:cNvPr id="7" name="Rectangle 6"/>
          <p:cNvSpPr/>
          <p:nvPr/>
        </p:nvSpPr>
        <p:spPr>
          <a:xfrm>
            <a:off x="3611880" y="658368"/>
            <a:ext cx="27432" cy="566928"/>
          </a:xfrm>
          <a:prstGeom prst="rect">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Image 1" descr="8-Bar">
            <a:extLst>
              <a:ext uri="{FF2B5EF4-FFF2-40B4-BE49-F238E27FC236}">
                <a16:creationId xmlns:a16="http://schemas.microsoft.com/office/drawing/2014/main" id="{4BC2807D-3A99-95BC-3937-A2D36BAB41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59508" y="658368"/>
            <a:ext cx="1229132" cy="45859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1 · The customer</a:t>
            </a:r>
          </a:p>
        </p:txBody>
      </p:sp>
      <p:sp>
        <p:nvSpPr>
          <p:cNvPr id="3" name="Title 2"/>
          <p:cNvSpPr>
            <a:spLocks noGrp="1"/>
          </p:cNvSpPr>
          <p:nvPr>
            <p:ph type="title"/>
          </p:nvPr>
        </p:nvSpPr>
        <p:spPr/>
        <p:txBody>
          <a:bodyPr/>
          <a:lstStyle/>
          <a:p>
            <a:r>
              <a:t>A customer opens a ticket</a:t>
            </a:r>
          </a:p>
        </p:txBody>
      </p:sp>
      <p:sp>
        <p:nvSpPr>
          <p:cNvPr id="4" name="TextBox 3"/>
          <p:cNvSpPr txBox="1"/>
          <p:nvPr/>
        </p:nvSpPr>
        <p:spPr>
          <a:xfrm>
            <a:off x="16514063" y="419954"/>
            <a:ext cx="1097280" cy="138499"/>
          </a:xfrm>
          <a:prstGeom prst="rect">
            <a:avLst/>
          </a:prstGeom>
          <a:noFill/>
        </p:spPr>
        <p:txBody>
          <a:bodyPr wrap="square" lIns="0" tIns="0" rIns="0" bIns="0" anchor="ctr">
            <a:spAutoFit/>
          </a:bodyPr>
          <a:lstStyle/>
          <a:p>
            <a:pPr algn="r"/>
            <a:r>
              <a:rPr lang="en-US" sz="900" b="0" i="0" dirty="0">
                <a:solidFill>
                  <a:srgbClr val="1E1E1E"/>
                </a:solidFill>
                <a:latin typeface="Poppins"/>
              </a:rPr>
              <a:t>2</a:t>
            </a:r>
          </a:p>
        </p:txBody>
      </p:sp>
      <p:sp>
        <p:nvSpPr>
          <p:cNvPr id="5" name="Rectangle 4"/>
          <p:cNvSpPr/>
          <p:nvPr/>
        </p:nvSpPr>
        <p:spPr>
          <a:xfrm>
            <a:off x="685800" y="1828800"/>
            <a:ext cx="4063593" cy="7040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k_portal_new.png"/>
          <p:cNvPicPr>
            <a:picLocks noChangeAspect="1"/>
          </p:cNvPicPr>
          <p:nvPr/>
        </p:nvPicPr>
        <p:blipFill>
          <a:blip r:embed="rId2"/>
          <a:stretch>
            <a:fillRect/>
          </a:stretch>
        </p:blipFill>
        <p:spPr>
          <a:xfrm>
            <a:off x="822960" y="1965960"/>
            <a:ext cx="3789273" cy="6766560"/>
          </a:xfrm>
          <a:prstGeom prst="rect">
            <a:avLst/>
          </a:prstGeom>
        </p:spPr>
      </p:pic>
      <p:sp>
        <p:nvSpPr>
          <p:cNvPr id="9" name="TextBox 8"/>
          <p:cNvSpPr txBox="1"/>
          <p:nvPr/>
        </p:nvSpPr>
        <p:spPr>
          <a:xfrm>
            <a:off x="685800" y="8979407"/>
            <a:ext cx="4063593" cy="411480"/>
          </a:xfrm>
          <a:prstGeom prst="rect">
            <a:avLst/>
          </a:prstGeom>
          <a:noFill/>
        </p:spPr>
        <p:txBody>
          <a:bodyPr wrap="square" lIns="0" tIns="0" rIns="0" bIns="0" anchor="t">
            <a:spAutoFit/>
          </a:bodyPr>
          <a:lstStyle/>
          <a:p>
            <a:pPr algn="ctr"/>
            <a:r>
              <a:rPr lang="en-US" sz="1300" b="0" i="1">
                <a:solidFill>
                  <a:srgbClr val="767676"/>
                </a:solidFill>
                <a:latin typeface="Poppins"/>
              </a:rPr>
              <a:t>Ticket details, urgency High</a:t>
            </a:r>
          </a:p>
        </p:txBody>
      </p:sp>
      <p:sp>
        <p:nvSpPr>
          <p:cNvPr id="5" name="Rectangle 4"/>
          <p:cNvSpPr/>
          <p:nvPr/>
        </p:nvSpPr>
        <p:spPr>
          <a:xfrm>
            <a:off x="5206593" y="1828800"/>
            <a:ext cx="3657600" cy="7040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k_portal_ticket.png"/>
          <p:cNvPicPr>
            <a:picLocks noChangeAspect="1"/>
          </p:cNvPicPr>
          <p:nvPr/>
        </p:nvPicPr>
        <p:blipFill>
          <a:blip r:embed="rId3"/>
          <a:stretch>
            <a:fillRect/>
          </a:stretch>
        </p:blipFill>
        <p:spPr>
          <a:xfrm>
            <a:off x="5343753" y="1965960"/>
            <a:ext cx="3383280" cy="6766560"/>
          </a:xfrm>
          <a:prstGeom prst="rect">
            <a:avLst/>
          </a:prstGeom>
        </p:spPr>
      </p:pic>
      <p:sp>
        <p:nvSpPr>
          <p:cNvPr id="9" name="TextBox 8"/>
          <p:cNvSpPr txBox="1"/>
          <p:nvPr/>
        </p:nvSpPr>
        <p:spPr>
          <a:xfrm>
            <a:off x="5206593" y="8979407"/>
            <a:ext cx="3657600" cy="411480"/>
          </a:xfrm>
          <a:prstGeom prst="rect">
            <a:avLst/>
          </a:prstGeom>
          <a:noFill/>
        </p:spPr>
        <p:txBody>
          <a:bodyPr wrap="square" lIns="0" tIns="0" rIns="0" bIns="0" anchor="t">
            <a:spAutoFit/>
          </a:bodyPr>
          <a:lstStyle/>
          <a:p>
            <a:pPr algn="ctr"/>
            <a:r>
              <a:rPr lang="en-US" sz="1300" b="0" i="1">
                <a:solidFill>
                  <a:srgbClr val="767676"/>
                </a:solidFill>
                <a:latin typeface="Poppins"/>
              </a:rPr>
              <a:t>Submit: the ticket is published</a:t>
            </a:r>
          </a:p>
        </p:txBody>
      </p:sp>
      <p:sp>
        <p:nvSpPr>
          <p:cNvPr id="11" name="Rectangle 10"/>
          <p:cNvSpPr/>
          <p:nvPr/>
        </p:nvSpPr>
        <p:spPr>
          <a:xfrm>
            <a:off x="9504273" y="1828800"/>
            <a:ext cx="8097926" cy="2377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9504273" y="1828800"/>
            <a:ext cx="91440" cy="237744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007193" y="2011680"/>
            <a:ext cx="7274966" cy="2011680"/>
          </a:xfrm>
          <a:prstGeom prst="rect">
            <a:avLst/>
          </a:prstGeom>
          <a:noFill/>
        </p:spPr>
        <p:txBody>
          <a:bodyPr wrap="square" lIns="0" tIns="0" rIns="0" bIns="0" anchor="ctr">
            <a:spAutoFit/>
          </a:bodyPr>
          <a:lstStyle/>
          <a:p>
            <a:pPr algn="l">
              <a:lnSpc>
                <a:spcPct val="115000"/>
              </a:lnSpc>
            </a:pPr>
            <a:r>
              <a:rPr lang="en-US" sz="1800" b="0" i="0">
                <a:solidFill>
                  <a:srgbClr val="8A3FFC"/>
                </a:solidFill>
                <a:latin typeface="Poppins SemiBold"/>
              </a:rPr>
              <a:t>From one click, an event: </a:t>
            </a:r>
            <a:r>
              <a:rPr lang="en-US" sz="1800" b="0" i="0">
                <a:solidFill>
                  <a:srgbClr val="1E1E1E"/>
                </a:solidFill>
                <a:latin typeface="Poppins Light"/>
              </a:rPr>
              <a:t>the ticket is published to a Kafka topic the moment the customer submits it, ready for every consumer downstream.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2 · Confluent: the stream</a:t>
            </a:r>
          </a:p>
        </p:txBody>
      </p:sp>
      <p:sp>
        <p:nvSpPr>
          <p:cNvPr id="3" name="Title 2"/>
          <p:cNvSpPr>
            <a:spLocks noGrp="1"/>
          </p:cNvSpPr>
          <p:nvPr>
            <p:ph type="title"/>
          </p:nvPr>
        </p:nvSpPr>
        <p:spPr/>
        <p:txBody>
          <a:bodyPr/>
          <a:lstStyle/>
          <a:p>
            <a:r>
              <a:t>The whole pipeline, live</a:t>
            </a:r>
          </a:p>
        </p:txBody>
      </p:sp>
      <p:sp>
        <p:nvSpPr>
          <p:cNvPr id="4" name="TextBox 3"/>
          <p:cNvSpPr txBox="1"/>
          <p:nvPr/>
        </p:nvSpPr>
        <p:spPr>
          <a:xfrm>
            <a:off x="16514063" y="419954"/>
            <a:ext cx="1097280" cy="138499"/>
          </a:xfrm>
          <a:prstGeom prst="rect">
            <a:avLst/>
          </a:prstGeom>
          <a:noFill/>
        </p:spPr>
        <p:txBody>
          <a:bodyPr wrap="square" lIns="0" tIns="0" rIns="0" bIns="0" anchor="ctr">
            <a:spAutoFit/>
          </a:bodyPr>
          <a:lstStyle/>
          <a:p>
            <a:pPr algn="r"/>
            <a:r>
              <a:rPr lang="en-US" sz="900" b="0" i="0" dirty="0">
                <a:solidFill>
                  <a:srgbClr val="1E1E1E"/>
                </a:solidFill>
                <a:latin typeface="Poppins"/>
              </a:rPr>
              <a:t>3</a:t>
            </a:r>
          </a:p>
        </p:txBody>
      </p:sp>
      <p:sp>
        <p:nvSpPr>
          <p:cNvPr id="5" name="Rectangle 4"/>
          <p:cNvSpPr/>
          <p:nvPr/>
        </p:nvSpPr>
        <p:spPr>
          <a:xfrm>
            <a:off x="685800" y="1828800"/>
            <a:ext cx="8321040" cy="4800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f_055.png"/>
          <p:cNvPicPr>
            <a:picLocks noChangeAspect="1"/>
          </p:cNvPicPr>
          <p:nvPr/>
        </p:nvPicPr>
        <p:blipFill>
          <a:blip r:embed="rId2"/>
          <a:stretch>
            <a:fillRect/>
          </a:stretch>
        </p:blipFill>
        <p:spPr>
          <a:xfrm>
            <a:off x="822960" y="1965960"/>
            <a:ext cx="8046720" cy="4526280"/>
          </a:xfrm>
          <a:prstGeom prst="rect">
            <a:avLst/>
          </a:prstGeom>
        </p:spPr>
      </p:pic>
      <p:sp>
        <p:nvSpPr>
          <p:cNvPr id="5" name="Rectangle 4"/>
          <p:cNvSpPr/>
          <p:nvPr/>
        </p:nvSpPr>
        <p:spPr>
          <a:xfrm>
            <a:off x="9281160" y="1828800"/>
            <a:ext cx="8321040" cy="4800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f_072.png"/>
          <p:cNvPicPr>
            <a:picLocks noChangeAspect="1"/>
          </p:cNvPicPr>
          <p:nvPr/>
        </p:nvPicPr>
        <p:blipFill>
          <a:blip r:embed="rId3"/>
          <a:stretch>
            <a:fillRect/>
          </a:stretch>
        </p:blipFill>
        <p:spPr>
          <a:xfrm>
            <a:off x="9418320" y="1965960"/>
            <a:ext cx="8046720" cy="4526280"/>
          </a:xfrm>
          <a:prstGeom prst="rect">
            <a:avLst/>
          </a:prstGeom>
        </p:spPr>
      </p:pic>
      <p:sp>
        <p:nvSpPr>
          <p:cNvPr id="9" name="TextBox 8"/>
          <p:cNvSpPr txBox="1"/>
          <p:nvPr/>
        </p:nvSpPr>
        <p:spPr>
          <a:xfrm>
            <a:off x="685800" y="6739128"/>
            <a:ext cx="8321040" cy="411480"/>
          </a:xfrm>
          <a:prstGeom prst="rect">
            <a:avLst/>
          </a:prstGeom>
          <a:noFill/>
        </p:spPr>
        <p:txBody>
          <a:bodyPr wrap="square" lIns="0" tIns="0" rIns="0" bIns="0" anchor="t">
            <a:spAutoFit/>
          </a:bodyPr>
          <a:lstStyle/>
          <a:p>
            <a:pPr algn="ctr"/>
            <a:r>
              <a:rPr lang="en-US" sz="1300" b="0" i="1">
                <a:solidFill>
                  <a:srgbClr val="767676"/>
                </a:solidFill>
                <a:latin typeface="Poppins"/>
              </a:rPr>
              <a:t>Stream Lineage: producer, Flink statements, topics</a:t>
            </a:r>
          </a:p>
        </p:txBody>
      </p:sp>
      <p:sp>
        <p:nvSpPr>
          <p:cNvPr id="9" name="TextBox 8"/>
          <p:cNvSpPr txBox="1"/>
          <p:nvPr/>
        </p:nvSpPr>
        <p:spPr>
          <a:xfrm>
            <a:off x="9281160" y="6739128"/>
            <a:ext cx="8321040" cy="411480"/>
          </a:xfrm>
          <a:prstGeom prst="rect">
            <a:avLst/>
          </a:prstGeom>
          <a:noFill/>
        </p:spPr>
        <p:txBody>
          <a:bodyPr wrap="square" lIns="0" tIns="0" rIns="0" bIns="0" anchor="t">
            <a:spAutoFit/>
          </a:bodyPr>
          <a:lstStyle/>
          <a:p>
            <a:pPr algn="ctr"/>
            <a:r>
              <a:rPr lang="en-US" sz="1300" b="0" i="1">
                <a:solidFill>
                  <a:srgbClr val="767676"/>
                </a:solidFill>
                <a:latin typeface="Poppins"/>
              </a:rPr>
              <a:t>One topic per stage: raw, enriched, metrics, agent actions, drafts</a:t>
            </a:r>
          </a:p>
        </p:txBody>
      </p:sp>
      <p:sp>
        <p:nvSpPr>
          <p:cNvPr id="11" name="Rectangle 10"/>
          <p:cNvSpPr/>
          <p:nvPr/>
        </p:nvSpPr>
        <p:spPr>
          <a:xfrm>
            <a:off x="685800" y="7406640"/>
            <a:ext cx="16916400"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685800" y="7406640"/>
            <a:ext cx="91440" cy="141732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188720" y="7589519"/>
            <a:ext cx="16093440" cy="1051560"/>
          </a:xfrm>
          <a:prstGeom prst="rect">
            <a:avLst/>
          </a:prstGeom>
          <a:noFill/>
        </p:spPr>
        <p:txBody>
          <a:bodyPr wrap="square" lIns="0" tIns="0" rIns="0" bIns="0" anchor="ctr">
            <a:spAutoFit/>
          </a:bodyPr>
          <a:lstStyle/>
          <a:p>
            <a:pPr algn="l">
              <a:lnSpc>
                <a:spcPct val="115000"/>
              </a:lnSpc>
            </a:pPr>
            <a:r>
              <a:rPr lang="en-US" sz="1800" b="0" i="0">
                <a:solidFill>
                  <a:srgbClr val="8A3FFC"/>
                </a:solidFill>
                <a:latin typeface="Poppins SemiBold"/>
              </a:rPr>
              <a:t>No nightly batch: </a:t>
            </a:r>
            <a:r>
              <a:rPr lang="en-US" sz="1800" b="0" i="0">
                <a:solidFill>
                  <a:srgbClr val="1E1E1E"/>
                </a:solidFill>
                <a:latin typeface="Poppins Light"/>
              </a:rPr>
              <a:t>every arrow is data moving now. Each stage writes a topic that any team or agent can reuse. Produce once, consume many.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2 · Confluent: the stream</a:t>
            </a:r>
          </a:p>
        </p:txBody>
      </p:sp>
      <p:sp>
        <p:nvSpPr>
          <p:cNvPr id="3" name="Title 2"/>
          <p:cNvSpPr>
            <a:spLocks noGrp="1"/>
          </p:cNvSpPr>
          <p:nvPr>
            <p:ph type="title"/>
          </p:nvPr>
        </p:nvSpPr>
        <p:spPr/>
        <p:txBody>
          <a:bodyPr/>
          <a:lstStyle/>
          <a:p>
            <a:r>
              <a:t>Every ticket follows a contract</a:t>
            </a:r>
          </a:p>
        </p:txBody>
      </p:sp>
      <p:sp>
        <p:nvSpPr>
          <p:cNvPr id="4" name="TextBox 3"/>
          <p:cNvSpPr txBox="1"/>
          <p:nvPr/>
        </p:nvSpPr>
        <p:spPr>
          <a:xfrm>
            <a:off x="16514063" y="419954"/>
            <a:ext cx="1097280" cy="138499"/>
          </a:xfrm>
          <a:prstGeom prst="rect">
            <a:avLst/>
          </a:prstGeom>
          <a:noFill/>
        </p:spPr>
        <p:txBody>
          <a:bodyPr wrap="square" lIns="0" tIns="0" rIns="0" bIns="0" anchor="ctr">
            <a:spAutoFit/>
          </a:bodyPr>
          <a:lstStyle/>
          <a:p>
            <a:pPr algn="r"/>
            <a:r>
              <a:rPr lang="en-US" sz="900" b="0" i="0" dirty="0">
                <a:solidFill>
                  <a:srgbClr val="1E1E1E"/>
                </a:solidFill>
                <a:latin typeface="Poppins"/>
              </a:rPr>
              <a:t>4</a:t>
            </a:r>
          </a:p>
        </p:txBody>
      </p:sp>
      <p:sp>
        <p:nvSpPr>
          <p:cNvPr id="5" name="Rectangle 4"/>
          <p:cNvSpPr/>
          <p:nvPr/>
        </p:nvSpPr>
        <p:spPr>
          <a:xfrm>
            <a:off x="685800" y="1828800"/>
            <a:ext cx="11612880" cy="66522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g_149.png"/>
          <p:cNvPicPr>
            <a:picLocks noChangeAspect="1"/>
          </p:cNvPicPr>
          <p:nvPr/>
        </p:nvPicPr>
        <p:blipFill>
          <a:blip r:embed="rId2"/>
          <a:stretch>
            <a:fillRect/>
          </a:stretch>
        </p:blipFill>
        <p:spPr>
          <a:xfrm>
            <a:off x="822960" y="1965960"/>
            <a:ext cx="11338560" cy="6377940"/>
          </a:xfrm>
          <a:prstGeom prst="rect">
            <a:avLst/>
          </a:prstGeom>
        </p:spPr>
      </p:pic>
      <p:sp>
        <p:nvSpPr>
          <p:cNvPr id="9" name="TextBox 8"/>
          <p:cNvSpPr txBox="1"/>
          <p:nvPr/>
        </p:nvSpPr>
        <p:spPr>
          <a:xfrm>
            <a:off x="685800" y="8590787"/>
            <a:ext cx="11612880" cy="411480"/>
          </a:xfrm>
          <a:prstGeom prst="rect">
            <a:avLst/>
          </a:prstGeom>
          <a:noFill/>
        </p:spPr>
        <p:txBody>
          <a:bodyPr wrap="square" lIns="0" tIns="0" rIns="0" bIns="0" anchor="t">
            <a:spAutoFit/>
          </a:bodyPr>
          <a:lstStyle/>
          <a:p>
            <a:pPr algn="ctr"/>
            <a:r>
              <a:rPr lang="en-US" sz="1300" b="0" i="1">
                <a:solidFill>
                  <a:srgbClr val="767676"/>
                </a:solidFill>
                <a:latin typeface="Poppins"/>
              </a:rPr>
              <a:t>tickets.raw: our customer's ticket and its schema</a:t>
            </a:r>
          </a:p>
        </p:txBody>
      </p:sp>
      <p:sp>
        <p:nvSpPr>
          <p:cNvPr id="11" name="Rectangle 10"/>
          <p:cNvSpPr/>
          <p:nvPr/>
        </p:nvSpPr>
        <p:spPr>
          <a:xfrm>
            <a:off x="12664440" y="1828800"/>
            <a:ext cx="4937760" cy="2926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12664440" y="1828800"/>
            <a:ext cx="91440" cy="292608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3167360" y="2011680"/>
            <a:ext cx="4114800" cy="2560320"/>
          </a:xfrm>
          <a:prstGeom prst="rect">
            <a:avLst/>
          </a:prstGeom>
          <a:noFill/>
        </p:spPr>
        <p:txBody>
          <a:bodyPr wrap="square" lIns="0" tIns="0" rIns="0" bIns="0" anchor="ctr">
            <a:spAutoFit/>
          </a:bodyPr>
          <a:lstStyle/>
          <a:p>
            <a:pPr algn="l">
              <a:lnSpc>
                <a:spcPct val="115000"/>
              </a:lnSpc>
            </a:pPr>
            <a:r>
              <a:rPr lang="en-US" sz="1800" b="0" i="0">
                <a:solidFill>
                  <a:srgbClr val="8A3FFC"/>
                </a:solidFill>
                <a:latin typeface="Poppins SemiBold"/>
              </a:rPr>
              <a:t>Governed by design: </a:t>
            </a:r>
            <a:r>
              <a:rPr lang="en-US" sz="1800" b="0" i="0">
                <a:solidFill>
                  <a:srgbClr val="1E1E1E"/>
                </a:solidFill>
                <a:latin typeface="Poppins Light"/>
              </a:rPr>
              <a:t>each message is validated against a schema in Schema Registry, the contract that lets other teams and agents reuse the stream safely.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3 · Flink: AI in SQL</a:t>
            </a:r>
          </a:p>
        </p:txBody>
      </p:sp>
      <p:sp>
        <p:nvSpPr>
          <p:cNvPr id="3" name="Title 2"/>
          <p:cNvSpPr>
            <a:spLocks noGrp="1"/>
          </p:cNvSpPr>
          <p:nvPr>
            <p:ph type="title"/>
          </p:nvPr>
        </p:nvSpPr>
        <p:spPr/>
        <p:txBody>
          <a:bodyPr/>
          <a:lstStyle/>
          <a:p>
            <a:r>
              <a:t>Forecasting load in SQL with ML_FORECAST</a:t>
            </a:r>
          </a:p>
        </p:txBody>
      </p:sp>
      <p:sp>
        <p:nvSpPr>
          <p:cNvPr id="4" name="TextBox 3"/>
          <p:cNvSpPr txBox="1"/>
          <p:nvPr/>
        </p:nvSpPr>
        <p:spPr>
          <a:xfrm>
            <a:off x="16514063" y="419954"/>
            <a:ext cx="1097280" cy="138499"/>
          </a:xfrm>
          <a:prstGeom prst="rect">
            <a:avLst/>
          </a:prstGeom>
          <a:noFill/>
        </p:spPr>
        <p:txBody>
          <a:bodyPr wrap="square" lIns="0" tIns="0" rIns="0" bIns="0" anchor="ctr">
            <a:spAutoFit/>
          </a:bodyPr>
          <a:lstStyle/>
          <a:p>
            <a:pPr algn="r"/>
            <a:r>
              <a:rPr lang="en-US" sz="900" b="0" i="0" dirty="0">
                <a:solidFill>
                  <a:srgbClr val="1E1E1E"/>
                </a:solidFill>
                <a:latin typeface="Poppins"/>
              </a:rPr>
              <a:t>5</a:t>
            </a:r>
          </a:p>
        </p:txBody>
      </p:sp>
      <p:sp>
        <p:nvSpPr>
          <p:cNvPr id="5" name="Rectangle 4"/>
          <p:cNvSpPr/>
          <p:nvPr/>
        </p:nvSpPr>
        <p:spPr>
          <a:xfrm>
            <a:off x="685800" y="1828800"/>
            <a:ext cx="8321040" cy="4800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f_180.png"/>
          <p:cNvPicPr>
            <a:picLocks noChangeAspect="1"/>
          </p:cNvPicPr>
          <p:nvPr/>
        </p:nvPicPr>
        <p:blipFill>
          <a:blip r:embed="rId2"/>
          <a:stretch>
            <a:fillRect/>
          </a:stretch>
        </p:blipFill>
        <p:spPr>
          <a:xfrm>
            <a:off x="822960" y="1965960"/>
            <a:ext cx="8046720" cy="4526280"/>
          </a:xfrm>
          <a:prstGeom prst="rect">
            <a:avLst/>
          </a:prstGeom>
        </p:spPr>
      </p:pic>
      <p:sp>
        <p:nvSpPr>
          <p:cNvPr id="5" name="Rectangle 4"/>
          <p:cNvSpPr/>
          <p:nvPr/>
        </p:nvSpPr>
        <p:spPr>
          <a:xfrm>
            <a:off x="9281160" y="1828800"/>
            <a:ext cx="8321040" cy="4800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f_205.png"/>
          <p:cNvPicPr>
            <a:picLocks noChangeAspect="1"/>
          </p:cNvPicPr>
          <p:nvPr/>
        </p:nvPicPr>
        <p:blipFill>
          <a:blip r:embed="rId3"/>
          <a:stretch>
            <a:fillRect/>
          </a:stretch>
        </p:blipFill>
        <p:spPr>
          <a:xfrm>
            <a:off x="9418320" y="1965960"/>
            <a:ext cx="8046720" cy="4526280"/>
          </a:xfrm>
          <a:prstGeom prst="rect">
            <a:avLst/>
          </a:prstGeom>
        </p:spPr>
      </p:pic>
      <p:sp>
        <p:nvSpPr>
          <p:cNvPr id="9" name="TextBox 8"/>
          <p:cNvSpPr txBox="1"/>
          <p:nvPr/>
        </p:nvSpPr>
        <p:spPr>
          <a:xfrm>
            <a:off x="685800" y="6739128"/>
            <a:ext cx="8321040" cy="411480"/>
          </a:xfrm>
          <a:prstGeom prst="rect">
            <a:avLst/>
          </a:prstGeom>
          <a:noFill/>
        </p:spPr>
        <p:txBody>
          <a:bodyPr wrap="square" lIns="0" tIns="0" rIns="0" bIns="0" anchor="t">
            <a:spAutoFit/>
          </a:bodyPr>
          <a:lstStyle/>
          <a:p>
            <a:pPr algn="ctr"/>
            <a:r>
              <a:rPr lang="en-US" sz="1300" b="0" i="1">
                <a:solidFill>
                  <a:srgbClr val="767676"/>
                </a:solidFill>
                <a:latin typeface="Poppins"/>
              </a:rPr>
              <a:t>Flink statement: counts per window + ML_FORECAST</a:t>
            </a:r>
          </a:p>
        </p:txBody>
      </p:sp>
      <p:sp>
        <p:nvSpPr>
          <p:cNvPr id="9" name="TextBox 8"/>
          <p:cNvSpPr txBox="1"/>
          <p:nvPr/>
        </p:nvSpPr>
        <p:spPr>
          <a:xfrm>
            <a:off x="9281160" y="6739128"/>
            <a:ext cx="8321040" cy="411480"/>
          </a:xfrm>
          <a:prstGeom prst="rect">
            <a:avLst/>
          </a:prstGeom>
          <a:noFill/>
        </p:spPr>
        <p:txBody>
          <a:bodyPr wrap="square" lIns="0" tIns="0" rIns="0" bIns="0" anchor="t">
            <a:spAutoFit/>
          </a:bodyPr>
          <a:lstStyle/>
          <a:p>
            <a:pPr algn="ctr"/>
            <a:r>
              <a:rPr lang="en-US" sz="1300" b="0" i="1">
                <a:solidFill>
                  <a:srgbClr val="767676"/>
                </a:solidFill>
                <a:latin typeface="Poppins"/>
              </a:rPr>
              <a:t>tickets.metrics: actual count, forecast and bounds</a:t>
            </a:r>
          </a:p>
        </p:txBody>
      </p:sp>
      <p:sp>
        <p:nvSpPr>
          <p:cNvPr id="11" name="Rectangle 10"/>
          <p:cNvSpPr/>
          <p:nvPr/>
        </p:nvSpPr>
        <p:spPr>
          <a:xfrm>
            <a:off x="685800" y="7406640"/>
            <a:ext cx="16916400"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685800" y="7406640"/>
            <a:ext cx="91440" cy="141732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188720" y="7589519"/>
            <a:ext cx="16093440" cy="1051560"/>
          </a:xfrm>
          <a:prstGeom prst="rect">
            <a:avLst/>
          </a:prstGeom>
          <a:noFill/>
        </p:spPr>
        <p:txBody>
          <a:bodyPr wrap="square" lIns="0" tIns="0" rIns="0" bIns="0" anchor="ctr">
            <a:spAutoFit/>
          </a:bodyPr>
          <a:lstStyle/>
          <a:p>
            <a:pPr algn="l">
              <a:lnSpc>
                <a:spcPct val="115000"/>
              </a:lnSpc>
            </a:pPr>
            <a:r>
              <a:rPr lang="en-US" sz="1800" b="0" i="0">
                <a:solidFill>
                  <a:srgbClr val="8A3FFC"/>
                </a:solidFill>
                <a:latin typeface="Poppins SemiBold"/>
              </a:rPr>
              <a:t>See the spike coming: </a:t>
            </a:r>
            <a:r>
              <a:rPr lang="en-US" sz="1800" b="0" i="0">
                <a:solidFill>
                  <a:srgbClr val="1E1E1E"/>
                </a:solidFill>
                <a:latin typeface="Poppins Light"/>
              </a:rPr>
              <a:t>volumes per service and their forecast are computed continuously, in SQL, next to the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3 · Flink: AI in SQL</a:t>
            </a:r>
          </a:p>
        </p:txBody>
      </p:sp>
      <p:sp>
        <p:nvSpPr>
          <p:cNvPr id="3" name="Title 2"/>
          <p:cNvSpPr>
            <a:spLocks noGrp="1"/>
          </p:cNvSpPr>
          <p:nvPr>
            <p:ph type="title"/>
          </p:nvPr>
        </p:nvSpPr>
        <p:spPr/>
        <p:txBody>
          <a:bodyPr/>
          <a:lstStyle/>
          <a:p>
            <a:r>
              <a:t>Enrichment: live service status + AI_SENTIMENT</a:t>
            </a:r>
          </a:p>
        </p:txBody>
      </p:sp>
      <p:sp>
        <p:nvSpPr>
          <p:cNvPr id="4" name="TextBox 3"/>
          <p:cNvSpPr txBox="1"/>
          <p:nvPr/>
        </p:nvSpPr>
        <p:spPr>
          <a:xfrm>
            <a:off x="16514063" y="419954"/>
            <a:ext cx="1097280" cy="138499"/>
          </a:xfrm>
          <a:prstGeom prst="rect">
            <a:avLst/>
          </a:prstGeom>
          <a:noFill/>
        </p:spPr>
        <p:txBody>
          <a:bodyPr wrap="square" lIns="0" tIns="0" rIns="0" bIns="0" anchor="ctr">
            <a:spAutoFit/>
          </a:bodyPr>
          <a:lstStyle/>
          <a:p>
            <a:pPr algn="r"/>
            <a:r>
              <a:rPr lang="en-US" sz="900" b="0" i="0" dirty="0">
                <a:solidFill>
                  <a:srgbClr val="1E1E1E"/>
                </a:solidFill>
                <a:latin typeface="Poppins"/>
              </a:rPr>
              <a:t>6</a:t>
            </a:r>
          </a:p>
        </p:txBody>
      </p:sp>
      <p:sp>
        <p:nvSpPr>
          <p:cNvPr id="5" name="Rectangle 4"/>
          <p:cNvSpPr/>
          <p:nvPr/>
        </p:nvSpPr>
        <p:spPr>
          <a:xfrm>
            <a:off x="685800" y="1828800"/>
            <a:ext cx="8321040" cy="4800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f_245.png"/>
          <p:cNvPicPr>
            <a:picLocks noChangeAspect="1"/>
          </p:cNvPicPr>
          <p:nvPr/>
        </p:nvPicPr>
        <p:blipFill>
          <a:blip r:embed="rId2"/>
          <a:stretch>
            <a:fillRect/>
          </a:stretch>
        </p:blipFill>
        <p:spPr>
          <a:xfrm>
            <a:off x="822960" y="1965960"/>
            <a:ext cx="8046720" cy="4526280"/>
          </a:xfrm>
          <a:prstGeom prst="rect">
            <a:avLst/>
          </a:prstGeom>
        </p:spPr>
      </p:pic>
      <p:sp>
        <p:nvSpPr>
          <p:cNvPr id="5" name="Rectangle 4"/>
          <p:cNvSpPr/>
          <p:nvPr/>
        </p:nvSpPr>
        <p:spPr>
          <a:xfrm>
            <a:off x="9281160" y="1828800"/>
            <a:ext cx="8321040" cy="4800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f_275.png"/>
          <p:cNvPicPr>
            <a:picLocks noChangeAspect="1"/>
          </p:cNvPicPr>
          <p:nvPr/>
        </p:nvPicPr>
        <p:blipFill>
          <a:blip r:embed="rId3"/>
          <a:stretch>
            <a:fillRect/>
          </a:stretch>
        </p:blipFill>
        <p:spPr>
          <a:xfrm>
            <a:off x="9418320" y="1965960"/>
            <a:ext cx="8046720" cy="4526280"/>
          </a:xfrm>
          <a:prstGeom prst="rect">
            <a:avLst/>
          </a:prstGeom>
        </p:spPr>
      </p:pic>
      <p:sp>
        <p:nvSpPr>
          <p:cNvPr id="9" name="TextBox 8"/>
          <p:cNvSpPr txBox="1"/>
          <p:nvPr/>
        </p:nvSpPr>
        <p:spPr>
          <a:xfrm>
            <a:off x="685800" y="6739128"/>
            <a:ext cx="8321040" cy="411480"/>
          </a:xfrm>
          <a:prstGeom prst="rect">
            <a:avLst/>
          </a:prstGeom>
          <a:noFill/>
        </p:spPr>
        <p:txBody>
          <a:bodyPr wrap="square" lIns="0" tIns="0" rIns="0" bIns="0" anchor="t">
            <a:spAutoFit/>
          </a:bodyPr>
          <a:lstStyle/>
          <a:p>
            <a:pPr algn="ctr"/>
            <a:r>
              <a:rPr lang="en-US" sz="1300" b="0" i="1">
                <a:solidFill>
                  <a:srgbClr val="767676"/>
                </a:solidFill>
                <a:latin typeface="Poppins"/>
              </a:rPr>
              <a:t>Materialized table: temporal join + AI_SENTIMENT</a:t>
            </a:r>
          </a:p>
        </p:txBody>
      </p:sp>
      <p:sp>
        <p:nvSpPr>
          <p:cNvPr id="9" name="TextBox 8"/>
          <p:cNvSpPr txBox="1"/>
          <p:nvPr/>
        </p:nvSpPr>
        <p:spPr>
          <a:xfrm>
            <a:off x="9281160" y="6739128"/>
            <a:ext cx="8321040" cy="411480"/>
          </a:xfrm>
          <a:prstGeom prst="rect">
            <a:avLst/>
          </a:prstGeom>
          <a:noFill/>
        </p:spPr>
        <p:txBody>
          <a:bodyPr wrap="square" lIns="0" tIns="0" rIns="0" bIns="0" anchor="t">
            <a:spAutoFit/>
          </a:bodyPr>
          <a:lstStyle/>
          <a:p>
            <a:pPr algn="ctr"/>
            <a:r>
              <a:rPr lang="en-US" sz="1300" b="0" i="1">
                <a:solidFill>
                  <a:srgbClr val="767676"/>
                </a:solidFill>
                <a:latin typeface="Poppins"/>
              </a:rPr>
              <a:t>tickets.enriched: sentiment per aspect and service status</a:t>
            </a:r>
          </a:p>
        </p:txBody>
      </p:sp>
      <p:sp>
        <p:nvSpPr>
          <p:cNvPr id="11" name="Rectangle 10"/>
          <p:cNvSpPr/>
          <p:nvPr/>
        </p:nvSpPr>
        <p:spPr>
          <a:xfrm>
            <a:off x="685800" y="7406640"/>
            <a:ext cx="16916400"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685800" y="7406640"/>
            <a:ext cx="91440" cy="141732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188720" y="7589519"/>
            <a:ext cx="16093440" cy="1051560"/>
          </a:xfrm>
          <a:prstGeom prst="rect">
            <a:avLst/>
          </a:prstGeom>
          <a:noFill/>
        </p:spPr>
        <p:txBody>
          <a:bodyPr wrap="square" lIns="0" tIns="0" rIns="0" bIns="0" anchor="ctr">
            <a:spAutoFit/>
          </a:bodyPr>
          <a:lstStyle/>
          <a:p>
            <a:pPr algn="l">
              <a:lnSpc>
                <a:spcPct val="115000"/>
              </a:lnSpc>
            </a:pPr>
            <a:r>
              <a:rPr lang="en-US" sz="1800" b="0" i="0">
                <a:solidFill>
                  <a:srgbClr val="8A3FFC"/>
                </a:solidFill>
                <a:latin typeface="Poppins SemiBold"/>
              </a:rPr>
              <a:t>Context for better decisions: </a:t>
            </a:r>
            <a:r>
              <a:rPr lang="en-US" sz="1800" b="0" i="0">
                <a:solidFill>
                  <a:srgbClr val="1E1E1E"/>
                </a:solidFill>
                <a:latin typeface="Poppins Light"/>
              </a:rPr>
              <a:t>every ticket carries the customer's sentiment and the live status of the service it concerns.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4 · The triage agent</a:t>
            </a:r>
          </a:p>
        </p:txBody>
      </p:sp>
      <p:sp>
        <p:nvSpPr>
          <p:cNvPr id="3" name="Title 2"/>
          <p:cNvSpPr>
            <a:spLocks noGrp="1"/>
          </p:cNvSpPr>
          <p:nvPr>
            <p:ph type="title"/>
          </p:nvPr>
        </p:nvSpPr>
        <p:spPr/>
        <p:txBody>
          <a:bodyPr/>
          <a:lstStyle/>
          <a:p>
            <a:r>
              <a:t>The triage agent: a Streaming Agent with MCP tools</a:t>
            </a:r>
          </a:p>
        </p:txBody>
      </p:sp>
      <p:sp>
        <p:nvSpPr>
          <p:cNvPr id="4" name="TextBox 3"/>
          <p:cNvSpPr txBox="1"/>
          <p:nvPr/>
        </p:nvSpPr>
        <p:spPr>
          <a:xfrm>
            <a:off x="16514063" y="419954"/>
            <a:ext cx="1097280" cy="138499"/>
          </a:xfrm>
          <a:prstGeom prst="rect">
            <a:avLst/>
          </a:prstGeom>
          <a:noFill/>
        </p:spPr>
        <p:txBody>
          <a:bodyPr wrap="square" lIns="0" tIns="0" rIns="0" bIns="0" anchor="ctr">
            <a:spAutoFit/>
          </a:bodyPr>
          <a:lstStyle/>
          <a:p>
            <a:pPr algn="r"/>
            <a:r>
              <a:rPr lang="en-US" sz="900" b="0" i="0" dirty="0">
                <a:solidFill>
                  <a:srgbClr val="1E1E1E"/>
                </a:solidFill>
                <a:latin typeface="Poppins"/>
              </a:rPr>
              <a:t>7</a:t>
            </a:r>
          </a:p>
        </p:txBody>
      </p:sp>
      <p:sp>
        <p:nvSpPr>
          <p:cNvPr id="5" name="Rectangle 4"/>
          <p:cNvSpPr/>
          <p:nvPr/>
        </p:nvSpPr>
        <p:spPr>
          <a:xfrm>
            <a:off x="685800" y="1828800"/>
            <a:ext cx="8321040" cy="4800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f_320.png"/>
          <p:cNvPicPr>
            <a:picLocks noChangeAspect="1"/>
          </p:cNvPicPr>
          <p:nvPr/>
        </p:nvPicPr>
        <p:blipFill>
          <a:blip r:embed="rId2"/>
          <a:stretch>
            <a:fillRect/>
          </a:stretch>
        </p:blipFill>
        <p:spPr>
          <a:xfrm>
            <a:off x="822960" y="1965960"/>
            <a:ext cx="8046720" cy="4526280"/>
          </a:xfrm>
          <a:prstGeom prst="rect">
            <a:avLst/>
          </a:prstGeom>
        </p:spPr>
      </p:pic>
      <p:sp>
        <p:nvSpPr>
          <p:cNvPr id="5" name="Rectangle 4"/>
          <p:cNvSpPr/>
          <p:nvPr/>
        </p:nvSpPr>
        <p:spPr>
          <a:xfrm>
            <a:off x="9281160" y="1828800"/>
            <a:ext cx="8321040" cy="4800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f_332.png"/>
          <p:cNvPicPr>
            <a:picLocks noChangeAspect="1"/>
          </p:cNvPicPr>
          <p:nvPr/>
        </p:nvPicPr>
        <p:blipFill>
          <a:blip r:embed="rId3"/>
          <a:stretch>
            <a:fillRect/>
          </a:stretch>
        </p:blipFill>
        <p:spPr>
          <a:xfrm>
            <a:off x="9418320" y="1965960"/>
            <a:ext cx="8046720" cy="4526280"/>
          </a:xfrm>
          <a:prstGeom prst="rect">
            <a:avLst/>
          </a:prstGeom>
        </p:spPr>
      </p:pic>
      <p:sp>
        <p:nvSpPr>
          <p:cNvPr id="9" name="TextBox 8"/>
          <p:cNvSpPr txBox="1"/>
          <p:nvPr/>
        </p:nvSpPr>
        <p:spPr>
          <a:xfrm>
            <a:off x="685800" y="6739128"/>
            <a:ext cx="8321040" cy="411480"/>
          </a:xfrm>
          <a:prstGeom prst="rect">
            <a:avLst/>
          </a:prstGeom>
          <a:noFill/>
        </p:spPr>
        <p:txBody>
          <a:bodyPr wrap="square" lIns="0" tIns="0" rIns="0" bIns="0" anchor="t">
            <a:spAutoFit/>
          </a:bodyPr>
          <a:lstStyle/>
          <a:p>
            <a:pPr algn="ctr"/>
            <a:r>
              <a:rPr lang="en-US" sz="1300" b="0" i="1">
                <a:solidFill>
                  <a:srgbClr val="767676"/>
                </a:solidFill>
                <a:latin typeface="Poppins"/>
              </a:rPr>
              <a:t>triage_agent: prompt, model, deployment</a:t>
            </a:r>
          </a:p>
        </p:txBody>
      </p:sp>
      <p:sp>
        <p:nvSpPr>
          <p:cNvPr id="9" name="TextBox 8"/>
          <p:cNvSpPr txBox="1"/>
          <p:nvPr/>
        </p:nvSpPr>
        <p:spPr>
          <a:xfrm>
            <a:off x="9281160" y="6739128"/>
            <a:ext cx="8321040" cy="411480"/>
          </a:xfrm>
          <a:prstGeom prst="rect">
            <a:avLst/>
          </a:prstGeom>
          <a:noFill/>
        </p:spPr>
        <p:txBody>
          <a:bodyPr wrap="square" lIns="0" tIns="0" rIns="0" bIns="0" anchor="t">
            <a:spAutoFit/>
          </a:bodyPr>
          <a:lstStyle/>
          <a:p>
            <a:pPr algn="ctr"/>
            <a:r>
              <a:rPr lang="en-US" sz="1300" b="0" i="1">
                <a:solidFill>
                  <a:srgbClr val="767676"/>
                </a:solidFill>
                <a:latin typeface="Poppins"/>
              </a:rPr>
              <a:t>Tools exposed over MCP by the portal</a:t>
            </a:r>
          </a:p>
        </p:txBody>
      </p:sp>
      <p:sp>
        <p:nvSpPr>
          <p:cNvPr id="11" name="Rectangle 10"/>
          <p:cNvSpPr/>
          <p:nvPr/>
        </p:nvSpPr>
        <p:spPr>
          <a:xfrm>
            <a:off x="685800" y="7406640"/>
            <a:ext cx="16916400"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685800" y="7406640"/>
            <a:ext cx="91440" cy="141732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188720" y="7589519"/>
            <a:ext cx="16093440" cy="1051560"/>
          </a:xfrm>
          <a:prstGeom prst="rect">
            <a:avLst/>
          </a:prstGeom>
          <a:noFill/>
        </p:spPr>
        <p:txBody>
          <a:bodyPr wrap="square" lIns="0" tIns="0" rIns="0" bIns="0" anchor="ctr">
            <a:spAutoFit/>
          </a:bodyPr>
          <a:lstStyle/>
          <a:p>
            <a:pPr algn="l">
              <a:lnSpc>
                <a:spcPct val="115000"/>
              </a:lnSpc>
            </a:pPr>
            <a:r>
              <a:rPr lang="en-US" sz="1800" b="0" i="0">
                <a:solidFill>
                  <a:srgbClr val="8A3FFC"/>
                </a:solidFill>
                <a:latin typeface="Poppins SemiBold"/>
              </a:rPr>
              <a:t>An agent next to the data: </a:t>
            </a:r>
            <a:r>
              <a:rPr lang="en-US" sz="1800" b="0" i="0">
                <a:solidFill>
                  <a:srgbClr val="1E1E1E"/>
                </a:solidFill>
                <a:latin typeface="Poppins Light"/>
              </a:rPr>
              <a:t>get_account_context and search_known_issues give it the customer's history and the known incidents.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4 · The triage agent</a:t>
            </a:r>
          </a:p>
        </p:txBody>
      </p:sp>
      <p:sp>
        <p:nvSpPr>
          <p:cNvPr id="3" name="Title 2"/>
          <p:cNvSpPr>
            <a:spLocks noGrp="1"/>
          </p:cNvSpPr>
          <p:nvPr>
            <p:ph type="title"/>
          </p:nvPr>
        </p:nvSpPr>
        <p:spPr/>
        <p:txBody>
          <a:bodyPr/>
          <a:lstStyle/>
          <a:p>
            <a:r>
              <a:t>AI_RUN_AGENT decides: resolve or escalate</a:t>
            </a:r>
          </a:p>
        </p:txBody>
      </p:sp>
      <p:sp>
        <p:nvSpPr>
          <p:cNvPr id="4" name="TextBox 3"/>
          <p:cNvSpPr txBox="1"/>
          <p:nvPr/>
        </p:nvSpPr>
        <p:spPr>
          <a:xfrm>
            <a:off x="16514063" y="419954"/>
            <a:ext cx="1097280" cy="138499"/>
          </a:xfrm>
          <a:prstGeom prst="rect">
            <a:avLst/>
          </a:prstGeom>
          <a:noFill/>
        </p:spPr>
        <p:txBody>
          <a:bodyPr wrap="square" lIns="0" tIns="0" rIns="0" bIns="0" anchor="ctr">
            <a:spAutoFit/>
          </a:bodyPr>
          <a:lstStyle/>
          <a:p>
            <a:pPr algn="r"/>
            <a:r>
              <a:rPr lang="en-US" sz="900" b="0" i="0" dirty="0">
                <a:solidFill>
                  <a:srgbClr val="1E1E1E"/>
                </a:solidFill>
                <a:latin typeface="Poppins"/>
              </a:rPr>
              <a:t>8</a:t>
            </a:r>
          </a:p>
        </p:txBody>
      </p:sp>
      <p:sp>
        <p:nvSpPr>
          <p:cNvPr id="5" name="Rectangle 4"/>
          <p:cNvSpPr/>
          <p:nvPr/>
        </p:nvSpPr>
        <p:spPr>
          <a:xfrm>
            <a:off x="685800" y="1828800"/>
            <a:ext cx="8321040" cy="4800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f_352.png"/>
          <p:cNvPicPr>
            <a:picLocks noChangeAspect="1"/>
          </p:cNvPicPr>
          <p:nvPr/>
        </p:nvPicPr>
        <p:blipFill>
          <a:blip r:embed="rId2"/>
          <a:stretch>
            <a:fillRect/>
          </a:stretch>
        </p:blipFill>
        <p:spPr>
          <a:xfrm>
            <a:off x="822960" y="1965960"/>
            <a:ext cx="8046720" cy="4526280"/>
          </a:xfrm>
          <a:prstGeom prst="rect">
            <a:avLst/>
          </a:prstGeom>
        </p:spPr>
      </p:pic>
      <p:sp>
        <p:nvSpPr>
          <p:cNvPr id="5" name="Rectangle 4"/>
          <p:cNvSpPr/>
          <p:nvPr/>
        </p:nvSpPr>
        <p:spPr>
          <a:xfrm>
            <a:off x="9281160" y="1828800"/>
            <a:ext cx="8321040" cy="4800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f_400.png"/>
          <p:cNvPicPr>
            <a:picLocks noChangeAspect="1"/>
          </p:cNvPicPr>
          <p:nvPr/>
        </p:nvPicPr>
        <p:blipFill>
          <a:blip r:embed="rId3"/>
          <a:stretch>
            <a:fillRect/>
          </a:stretch>
        </p:blipFill>
        <p:spPr>
          <a:xfrm>
            <a:off x="9418320" y="1965960"/>
            <a:ext cx="8046720" cy="4526280"/>
          </a:xfrm>
          <a:prstGeom prst="rect">
            <a:avLst/>
          </a:prstGeom>
        </p:spPr>
      </p:pic>
      <p:sp>
        <p:nvSpPr>
          <p:cNvPr id="9" name="TextBox 8"/>
          <p:cNvSpPr txBox="1"/>
          <p:nvPr/>
        </p:nvSpPr>
        <p:spPr>
          <a:xfrm>
            <a:off x="685800" y="6739128"/>
            <a:ext cx="8321040" cy="411480"/>
          </a:xfrm>
          <a:prstGeom prst="rect">
            <a:avLst/>
          </a:prstGeom>
          <a:noFill/>
        </p:spPr>
        <p:txBody>
          <a:bodyPr wrap="square" lIns="0" tIns="0" rIns="0" bIns="0" anchor="t">
            <a:spAutoFit/>
          </a:bodyPr>
          <a:lstStyle/>
          <a:p>
            <a:pPr algn="ctr"/>
            <a:r>
              <a:rPr lang="en-US" sz="1300" b="0" i="1">
                <a:solidFill>
                  <a:srgbClr val="767676"/>
                </a:solidFill>
                <a:latin typeface="Poppins"/>
              </a:rPr>
              <a:t>CREATE TABLE AS ... AI_RUN_AGENT</a:t>
            </a:r>
          </a:p>
        </p:txBody>
      </p:sp>
      <p:sp>
        <p:nvSpPr>
          <p:cNvPr id="9" name="TextBox 8"/>
          <p:cNvSpPr txBox="1"/>
          <p:nvPr/>
        </p:nvSpPr>
        <p:spPr>
          <a:xfrm>
            <a:off x="9281160" y="6739128"/>
            <a:ext cx="8321040" cy="411480"/>
          </a:xfrm>
          <a:prstGeom prst="rect">
            <a:avLst/>
          </a:prstGeom>
          <a:noFill/>
        </p:spPr>
        <p:txBody>
          <a:bodyPr wrap="square" lIns="0" tIns="0" rIns="0" bIns="0" anchor="t">
            <a:spAutoFit/>
          </a:bodyPr>
          <a:lstStyle/>
          <a:p>
            <a:pPr algn="ctr"/>
            <a:r>
              <a:rPr lang="en-US" sz="1300" b="0" i="1">
                <a:solidFill>
                  <a:srgbClr val="767676"/>
                </a:solidFill>
                <a:latin typeface="Poppins"/>
              </a:rPr>
              <a:t>tickets.agent-actions: decision escalate and its message</a:t>
            </a:r>
          </a:p>
        </p:txBody>
      </p:sp>
      <p:sp>
        <p:nvSpPr>
          <p:cNvPr id="11" name="Rectangle 10"/>
          <p:cNvSpPr/>
          <p:nvPr/>
        </p:nvSpPr>
        <p:spPr>
          <a:xfrm>
            <a:off x="685800" y="7406640"/>
            <a:ext cx="16916400"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685800" y="7406640"/>
            <a:ext cx="91440" cy="141732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188720" y="7589519"/>
            <a:ext cx="16093440" cy="1051560"/>
          </a:xfrm>
          <a:prstGeom prst="rect">
            <a:avLst/>
          </a:prstGeom>
          <a:noFill/>
        </p:spPr>
        <p:txBody>
          <a:bodyPr wrap="square" lIns="0" tIns="0" rIns="0" bIns="0" anchor="ctr">
            <a:spAutoFit/>
          </a:bodyPr>
          <a:lstStyle/>
          <a:p>
            <a:pPr algn="l">
              <a:lnSpc>
                <a:spcPct val="115000"/>
              </a:lnSpc>
            </a:pPr>
            <a:r>
              <a:rPr lang="en-US" sz="1800" b="0" i="0">
                <a:solidFill>
                  <a:srgbClr val="8A3FFC"/>
                </a:solidFill>
                <a:latin typeface="Poppins SemiBold"/>
              </a:rPr>
              <a:t>Most tickets never need a human: </a:t>
            </a:r>
            <a:r>
              <a:rPr lang="en-US" sz="1800" b="0" i="0">
                <a:solidFill>
                  <a:srgbClr val="1E1E1E"/>
                </a:solidFill>
                <a:latin typeface="Poppins Light"/>
              </a:rPr>
              <a:t>the ones that do arrive already qualified, with the agent's reasoning.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4 · The triage agent</a:t>
            </a:r>
          </a:p>
        </p:txBody>
      </p:sp>
      <p:sp>
        <p:nvSpPr>
          <p:cNvPr id="3" name="Title 2"/>
          <p:cNvSpPr>
            <a:spLocks noGrp="1"/>
          </p:cNvSpPr>
          <p:nvPr>
            <p:ph type="title"/>
          </p:nvPr>
        </p:nvSpPr>
        <p:spPr/>
        <p:txBody>
          <a:bodyPr/>
          <a:lstStyle/>
          <a:p>
            <a:r>
              <a:t>The customer knows where they stand</a:t>
            </a:r>
          </a:p>
        </p:txBody>
      </p:sp>
      <p:sp>
        <p:nvSpPr>
          <p:cNvPr id="4" name="TextBox 3"/>
          <p:cNvSpPr txBox="1"/>
          <p:nvPr/>
        </p:nvSpPr>
        <p:spPr>
          <a:xfrm>
            <a:off x="16514063" y="419954"/>
            <a:ext cx="1097280" cy="138499"/>
          </a:xfrm>
          <a:prstGeom prst="rect">
            <a:avLst/>
          </a:prstGeom>
          <a:noFill/>
        </p:spPr>
        <p:txBody>
          <a:bodyPr wrap="square" lIns="0" tIns="0" rIns="0" bIns="0" anchor="ctr">
            <a:spAutoFit/>
          </a:bodyPr>
          <a:lstStyle/>
          <a:p>
            <a:pPr algn="r"/>
            <a:r>
              <a:rPr lang="en-US" sz="900" b="0" i="0" dirty="0">
                <a:solidFill>
                  <a:srgbClr val="1E1E1E"/>
                </a:solidFill>
                <a:latin typeface="Poppins"/>
              </a:rPr>
              <a:t>9</a:t>
            </a:r>
          </a:p>
        </p:txBody>
      </p:sp>
      <p:sp>
        <p:nvSpPr>
          <p:cNvPr id="5" name="Rectangle 4"/>
          <p:cNvSpPr/>
          <p:nvPr/>
        </p:nvSpPr>
        <p:spPr>
          <a:xfrm>
            <a:off x="685800" y="1828800"/>
            <a:ext cx="3297676" cy="7040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k_portal_escalated.png"/>
          <p:cNvPicPr>
            <a:picLocks noChangeAspect="1"/>
          </p:cNvPicPr>
          <p:nvPr/>
        </p:nvPicPr>
        <p:blipFill>
          <a:blip r:embed="rId2"/>
          <a:stretch>
            <a:fillRect/>
          </a:stretch>
        </p:blipFill>
        <p:spPr>
          <a:xfrm>
            <a:off x="822960" y="1965960"/>
            <a:ext cx="3023356" cy="6766560"/>
          </a:xfrm>
          <a:prstGeom prst="rect">
            <a:avLst/>
          </a:prstGeom>
        </p:spPr>
      </p:pic>
      <p:sp>
        <p:nvSpPr>
          <p:cNvPr id="9" name="TextBox 8"/>
          <p:cNvSpPr txBox="1"/>
          <p:nvPr/>
        </p:nvSpPr>
        <p:spPr>
          <a:xfrm>
            <a:off x="685800" y="8979407"/>
            <a:ext cx="3297676" cy="411480"/>
          </a:xfrm>
          <a:prstGeom prst="rect">
            <a:avLst/>
          </a:prstGeom>
          <a:noFill/>
        </p:spPr>
        <p:txBody>
          <a:bodyPr wrap="square" lIns="0" tIns="0" rIns="0" bIns="0" anchor="t">
            <a:spAutoFit/>
          </a:bodyPr>
          <a:lstStyle/>
          <a:p>
            <a:pPr algn="ctr"/>
            <a:r>
              <a:rPr lang="en-US" sz="1300" b="0" i="1">
                <a:solidFill>
                  <a:srgbClr val="767676"/>
                </a:solidFill>
                <a:latin typeface="Poppins"/>
              </a:rPr>
              <a:t>Ticket timeline: Escalated to support</a:t>
            </a:r>
          </a:p>
        </p:txBody>
      </p:sp>
      <p:sp>
        <p:nvSpPr>
          <p:cNvPr id="11" name="Rectangle 10"/>
          <p:cNvSpPr/>
          <p:nvPr/>
        </p:nvSpPr>
        <p:spPr>
          <a:xfrm>
            <a:off x="9144000" y="1828800"/>
            <a:ext cx="8458200" cy="2377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9144000" y="1828800"/>
            <a:ext cx="91440" cy="237744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646920" y="2011680"/>
            <a:ext cx="7635240" cy="2011680"/>
          </a:xfrm>
          <a:prstGeom prst="rect">
            <a:avLst/>
          </a:prstGeom>
          <a:noFill/>
        </p:spPr>
        <p:txBody>
          <a:bodyPr wrap="square" lIns="0" tIns="0" rIns="0" bIns="0" anchor="ctr">
            <a:spAutoFit/>
          </a:bodyPr>
          <a:lstStyle/>
          <a:p>
            <a:pPr algn="l">
              <a:lnSpc>
                <a:spcPct val="115000"/>
              </a:lnSpc>
            </a:pPr>
            <a:r>
              <a:rPr lang="en-US" sz="1800" b="0" i="0">
                <a:solidFill>
                  <a:srgbClr val="8A3FFC"/>
                </a:solidFill>
                <a:latin typeface="Poppins SemiBold"/>
              </a:rPr>
              <a:t>Seconds, not hours: </a:t>
            </a:r>
            <a:r>
              <a:rPr lang="en-US" sz="1800" b="0" i="0">
                <a:solidFill>
                  <a:srgbClr val="1E1E1E"/>
                </a:solidFill>
                <a:latin typeface="Poppins Light"/>
              </a:rPr>
              <a:t>the customer sees the escalation and the agent's message without waiting for someone to open the ticket.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5 · Tracing one ticket</a:t>
            </a:r>
          </a:p>
        </p:txBody>
      </p:sp>
      <p:sp>
        <p:nvSpPr>
          <p:cNvPr id="3" name="Title 2"/>
          <p:cNvSpPr>
            <a:spLocks noGrp="1"/>
          </p:cNvSpPr>
          <p:nvPr>
            <p:ph type="title"/>
          </p:nvPr>
        </p:nvSpPr>
        <p:spPr/>
        <p:txBody>
          <a:bodyPr/>
          <a:lstStyle/>
          <a:p>
            <a:r>
              <a:t>One query traces a ticket end to end</a:t>
            </a:r>
          </a:p>
        </p:txBody>
      </p:sp>
      <p:sp>
        <p:nvSpPr>
          <p:cNvPr id="4" name="TextBox 3"/>
          <p:cNvSpPr txBox="1"/>
          <p:nvPr/>
        </p:nvSpPr>
        <p:spPr>
          <a:xfrm>
            <a:off x="16514063" y="419954"/>
            <a:ext cx="1097280" cy="138499"/>
          </a:xfrm>
          <a:prstGeom prst="rect">
            <a:avLst/>
          </a:prstGeom>
          <a:noFill/>
        </p:spPr>
        <p:txBody>
          <a:bodyPr wrap="square" lIns="0" tIns="0" rIns="0" bIns="0" anchor="ctr">
            <a:spAutoFit/>
          </a:bodyPr>
          <a:lstStyle/>
          <a:p>
            <a:pPr algn="r"/>
            <a:r>
              <a:rPr lang="en-US" sz="900" b="0" i="0" dirty="0">
                <a:solidFill>
                  <a:srgbClr val="1E1E1E"/>
                </a:solidFill>
                <a:latin typeface="Poppins"/>
              </a:rPr>
              <a:t>10</a:t>
            </a:r>
          </a:p>
        </p:txBody>
      </p:sp>
      <p:sp>
        <p:nvSpPr>
          <p:cNvPr id="5" name="Rectangle 4"/>
          <p:cNvSpPr/>
          <p:nvPr/>
        </p:nvSpPr>
        <p:spPr>
          <a:xfrm>
            <a:off x="685800" y="1828800"/>
            <a:ext cx="11612880" cy="66522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g_485.png"/>
          <p:cNvPicPr>
            <a:picLocks noChangeAspect="1"/>
          </p:cNvPicPr>
          <p:nvPr/>
        </p:nvPicPr>
        <p:blipFill>
          <a:blip r:embed="rId2"/>
          <a:stretch>
            <a:fillRect/>
          </a:stretch>
        </p:blipFill>
        <p:spPr>
          <a:xfrm>
            <a:off x="822960" y="1965960"/>
            <a:ext cx="11338560" cy="6377940"/>
          </a:xfrm>
          <a:prstGeom prst="rect">
            <a:avLst/>
          </a:prstGeom>
        </p:spPr>
      </p:pic>
      <p:sp>
        <p:nvSpPr>
          <p:cNvPr id="9" name="TextBox 8"/>
          <p:cNvSpPr txBox="1"/>
          <p:nvPr/>
        </p:nvSpPr>
        <p:spPr>
          <a:xfrm>
            <a:off x="685800" y="8590787"/>
            <a:ext cx="11612880" cy="411480"/>
          </a:xfrm>
          <a:prstGeom prst="rect">
            <a:avLst/>
          </a:prstGeom>
          <a:noFill/>
        </p:spPr>
        <p:txBody>
          <a:bodyPr wrap="square" lIns="0" tIns="0" rIns="0" bIns="0" anchor="t">
            <a:spAutoFit/>
          </a:bodyPr>
          <a:lstStyle/>
          <a:p>
            <a:pPr algn="ctr"/>
            <a:r>
              <a:rPr lang="en-US" sz="1300" b="0" i="1">
                <a:solidFill>
                  <a:srgbClr val="767676"/>
                </a:solidFill>
                <a:latin typeface="Poppins"/>
              </a:rPr>
              <a:t>Pipeline trace: raw, enriched, agent action, escalation draft</a:t>
            </a:r>
          </a:p>
        </p:txBody>
      </p:sp>
      <p:sp>
        <p:nvSpPr>
          <p:cNvPr id="11" name="Rectangle 10"/>
          <p:cNvSpPr/>
          <p:nvPr/>
        </p:nvSpPr>
        <p:spPr>
          <a:xfrm>
            <a:off x="12664440" y="1828800"/>
            <a:ext cx="4937760" cy="2926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12664440" y="1828800"/>
            <a:ext cx="91440" cy="292608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3167360" y="2011680"/>
            <a:ext cx="4114800" cy="2560320"/>
          </a:xfrm>
          <a:prstGeom prst="rect">
            <a:avLst/>
          </a:prstGeom>
          <a:noFill/>
        </p:spPr>
        <p:txBody>
          <a:bodyPr wrap="square" lIns="0" tIns="0" rIns="0" bIns="0" anchor="ctr">
            <a:spAutoFit/>
          </a:bodyPr>
          <a:lstStyle/>
          <a:p>
            <a:pPr algn="l">
              <a:lnSpc>
                <a:spcPct val="115000"/>
              </a:lnSpc>
            </a:pPr>
            <a:r>
              <a:rPr lang="en-US" sz="1800" b="0" i="0">
                <a:solidFill>
                  <a:srgbClr val="8A3FFC"/>
                </a:solidFill>
                <a:latin typeface="Poppins SemiBold"/>
              </a:rPr>
              <a:t>Everything is a stream: </a:t>
            </a:r>
            <a:r>
              <a:rPr lang="en-US" sz="1800" b="0" i="0">
                <a:solidFill>
                  <a:srgbClr val="1E1E1E"/>
                </a:solidFill>
                <a:latin typeface="Poppins Light"/>
              </a:rPr>
              <a:t>one SQL query follows a ticket through every stage, with its timestamps. Demo cluster with almost no traffic: enrichment takes seconds under real load.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5 · Tracing one ticket</a:t>
            </a:r>
          </a:p>
        </p:txBody>
      </p:sp>
      <p:sp>
        <p:nvSpPr>
          <p:cNvPr id="3" name="Title 2"/>
          <p:cNvSpPr>
            <a:spLocks noGrp="1"/>
          </p:cNvSpPr>
          <p:nvPr>
            <p:ph type="title"/>
          </p:nvPr>
        </p:nvSpPr>
        <p:spPr/>
        <p:txBody>
          <a:bodyPr/>
          <a:lstStyle/>
          <a:p>
            <a:r>
              <a:t>Agent behaviour becomes data</a:t>
            </a:r>
          </a:p>
        </p:txBody>
      </p:sp>
      <p:sp>
        <p:nvSpPr>
          <p:cNvPr id="4" name="TextBox 3"/>
          <p:cNvSpPr txBox="1"/>
          <p:nvPr/>
        </p:nvSpPr>
        <p:spPr>
          <a:xfrm>
            <a:off x="16514063" y="419954"/>
            <a:ext cx="1097280" cy="138499"/>
          </a:xfrm>
          <a:prstGeom prst="rect">
            <a:avLst/>
          </a:prstGeom>
          <a:noFill/>
        </p:spPr>
        <p:txBody>
          <a:bodyPr wrap="square" lIns="0" tIns="0" rIns="0" bIns="0" anchor="ctr">
            <a:spAutoFit/>
          </a:bodyPr>
          <a:lstStyle/>
          <a:p>
            <a:pPr algn="r"/>
            <a:r>
              <a:rPr lang="en-US" sz="900" b="0" i="0" dirty="0">
                <a:solidFill>
                  <a:srgbClr val="1E1E1E"/>
                </a:solidFill>
                <a:latin typeface="Poppins"/>
              </a:rPr>
              <a:t>11</a:t>
            </a:r>
          </a:p>
        </p:txBody>
      </p:sp>
      <p:sp>
        <p:nvSpPr>
          <p:cNvPr id="5" name="Rectangle 4"/>
          <p:cNvSpPr/>
          <p:nvPr/>
        </p:nvSpPr>
        <p:spPr>
          <a:xfrm>
            <a:off x="685800" y="1828800"/>
            <a:ext cx="11612880" cy="66522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f_553.png"/>
          <p:cNvPicPr>
            <a:picLocks noChangeAspect="1"/>
          </p:cNvPicPr>
          <p:nvPr/>
        </p:nvPicPr>
        <p:blipFill>
          <a:blip r:embed="rId2"/>
          <a:stretch>
            <a:fillRect/>
          </a:stretch>
        </p:blipFill>
        <p:spPr>
          <a:xfrm>
            <a:off x="822960" y="1965960"/>
            <a:ext cx="11338560" cy="6377940"/>
          </a:xfrm>
          <a:prstGeom prst="rect">
            <a:avLst/>
          </a:prstGeom>
        </p:spPr>
      </p:pic>
      <p:sp>
        <p:nvSpPr>
          <p:cNvPr id="9" name="TextBox 8"/>
          <p:cNvSpPr txBox="1"/>
          <p:nvPr/>
        </p:nvSpPr>
        <p:spPr>
          <a:xfrm>
            <a:off x="685800" y="8590787"/>
            <a:ext cx="11612880" cy="411480"/>
          </a:xfrm>
          <a:prstGeom prst="rect">
            <a:avLst/>
          </a:prstGeom>
          <a:noFill/>
        </p:spPr>
        <p:txBody>
          <a:bodyPr wrap="square" lIns="0" tIns="0" rIns="0" bIns="0" anchor="t">
            <a:spAutoFit/>
          </a:bodyPr>
          <a:lstStyle/>
          <a:p>
            <a:pPr algn="ctr"/>
            <a:r>
              <a:rPr lang="en-US" sz="1300" b="0" i="1">
                <a:solidFill>
                  <a:srgbClr val="767676"/>
                </a:solidFill>
                <a:latin typeface="Poppins"/>
              </a:rPr>
              <a:t>triage_agent_logs: messages, model responses, tool calls, latency</a:t>
            </a:r>
          </a:p>
        </p:txBody>
      </p:sp>
      <p:sp>
        <p:nvSpPr>
          <p:cNvPr id="11" name="Rectangle 10"/>
          <p:cNvSpPr/>
          <p:nvPr/>
        </p:nvSpPr>
        <p:spPr>
          <a:xfrm>
            <a:off x="12664440" y="1828800"/>
            <a:ext cx="4937760" cy="2926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12664440" y="1828800"/>
            <a:ext cx="91440" cy="292608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3167360" y="2011680"/>
            <a:ext cx="4114800" cy="2560320"/>
          </a:xfrm>
          <a:prstGeom prst="rect">
            <a:avLst/>
          </a:prstGeom>
          <a:noFill/>
        </p:spPr>
        <p:txBody>
          <a:bodyPr wrap="square" lIns="0" tIns="0" rIns="0" bIns="0" anchor="ctr">
            <a:spAutoFit/>
          </a:bodyPr>
          <a:lstStyle/>
          <a:p>
            <a:pPr algn="l">
              <a:lnSpc>
                <a:spcPct val="115000"/>
              </a:lnSpc>
            </a:pPr>
            <a:r>
              <a:rPr lang="en-US" sz="1800" b="0" i="0">
                <a:solidFill>
                  <a:srgbClr val="8A3FFC"/>
                </a:solidFill>
                <a:latin typeface="Poppins SemiBold"/>
              </a:rPr>
              <a:t>Auditable agents: </a:t>
            </a:r>
            <a:r>
              <a:rPr lang="en-US" sz="1800" b="0" i="0">
                <a:solidFill>
                  <a:srgbClr val="1E1E1E"/>
                </a:solidFill>
                <a:latin typeface="Poppins Light"/>
              </a:rPr>
              <a:t>every model call and MCP tool call is a row you can query, audit and alert on, like any other stream.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6 · watsonx Orchestrate</a:t>
            </a:r>
          </a:p>
        </p:txBody>
      </p:sp>
      <p:sp>
        <p:nvSpPr>
          <p:cNvPr id="3" name="Title 2"/>
          <p:cNvSpPr>
            <a:spLocks noGrp="1"/>
          </p:cNvSpPr>
          <p:nvPr>
            <p:ph type="title"/>
          </p:nvPr>
        </p:nvSpPr>
        <p:spPr/>
        <p:txBody>
          <a:bodyPr/>
          <a:lstStyle/>
          <a:p>
            <a:r>
              <a:t>watsonx Orchestrate prepares, the human decides</a:t>
            </a:r>
          </a:p>
        </p:txBody>
      </p:sp>
      <p:sp>
        <p:nvSpPr>
          <p:cNvPr id="4" name="TextBox 3"/>
          <p:cNvSpPr txBox="1"/>
          <p:nvPr/>
        </p:nvSpPr>
        <p:spPr>
          <a:xfrm>
            <a:off x="16514063" y="419954"/>
            <a:ext cx="1097280" cy="138499"/>
          </a:xfrm>
          <a:prstGeom prst="rect">
            <a:avLst/>
          </a:prstGeom>
          <a:noFill/>
        </p:spPr>
        <p:txBody>
          <a:bodyPr wrap="square" lIns="0" tIns="0" rIns="0" bIns="0" anchor="ctr">
            <a:spAutoFit/>
          </a:bodyPr>
          <a:lstStyle/>
          <a:p>
            <a:pPr algn="r"/>
            <a:r>
              <a:rPr lang="en-US" sz="900" b="0" i="0" dirty="0">
                <a:solidFill>
                  <a:srgbClr val="1E1E1E"/>
                </a:solidFill>
                <a:latin typeface="Poppins"/>
              </a:rPr>
              <a:t>12</a:t>
            </a:r>
          </a:p>
        </p:txBody>
      </p:sp>
      <p:sp>
        <p:nvSpPr>
          <p:cNvPr id="5" name="Rectangle 4"/>
          <p:cNvSpPr/>
          <p:nvPr/>
        </p:nvSpPr>
        <p:spPr>
          <a:xfrm>
            <a:off x="685800" y="1828800"/>
            <a:ext cx="3031066" cy="7040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k_admin_proposal.png"/>
          <p:cNvPicPr>
            <a:picLocks noChangeAspect="1"/>
          </p:cNvPicPr>
          <p:nvPr/>
        </p:nvPicPr>
        <p:blipFill>
          <a:blip r:embed="rId2"/>
          <a:stretch>
            <a:fillRect/>
          </a:stretch>
        </p:blipFill>
        <p:spPr>
          <a:xfrm>
            <a:off x="822960" y="1965960"/>
            <a:ext cx="2756746" cy="6766560"/>
          </a:xfrm>
          <a:prstGeom prst="rect">
            <a:avLst/>
          </a:prstGeom>
        </p:spPr>
      </p:pic>
      <p:sp>
        <p:nvSpPr>
          <p:cNvPr id="9" name="TextBox 8"/>
          <p:cNvSpPr txBox="1"/>
          <p:nvPr/>
        </p:nvSpPr>
        <p:spPr>
          <a:xfrm>
            <a:off x="685800" y="8979407"/>
            <a:ext cx="3200400" cy="411480"/>
          </a:xfrm>
          <a:prstGeom prst="rect">
            <a:avLst/>
          </a:prstGeom>
          <a:noFill/>
        </p:spPr>
        <p:txBody>
          <a:bodyPr wrap="square" lIns="0" tIns="0" rIns="0" bIns="0" anchor="t">
            <a:spAutoFit/>
          </a:bodyPr>
          <a:lstStyle/>
          <a:p>
            <a:pPr algn="ctr"/>
            <a:r>
              <a:rPr lang="en-US" sz="1300" b="0" i="1">
                <a:solidFill>
                  <a:srgbClr val="767676"/>
                </a:solidFill>
                <a:latin typeface="Poppins"/>
              </a:rPr>
              <a:t>Escalation agent proposal: reply, gesture, note</a:t>
            </a:r>
          </a:p>
        </p:txBody>
      </p:sp>
      <p:sp>
        <p:nvSpPr>
          <p:cNvPr id="5" name="Rectangle 4"/>
          <p:cNvSpPr/>
          <p:nvPr/>
        </p:nvSpPr>
        <p:spPr>
          <a:xfrm>
            <a:off x="4174066" y="1828800"/>
            <a:ext cx="3031066" cy="7040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k_admin_use.png"/>
          <p:cNvPicPr>
            <a:picLocks noChangeAspect="1"/>
          </p:cNvPicPr>
          <p:nvPr/>
        </p:nvPicPr>
        <p:blipFill>
          <a:blip r:embed="rId3"/>
          <a:stretch>
            <a:fillRect/>
          </a:stretch>
        </p:blipFill>
        <p:spPr>
          <a:xfrm>
            <a:off x="4311226" y="1965960"/>
            <a:ext cx="2756746" cy="6766560"/>
          </a:xfrm>
          <a:prstGeom prst="rect">
            <a:avLst/>
          </a:prstGeom>
        </p:spPr>
      </p:pic>
      <p:sp>
        <p:nvSpPr>
          <p:cNvPr id="9" name="TextBox 8"/>
          <p:cNvSpPr txBox="1"/>
          <p:nvPr/>
        </p:nvSpPr>
        <p:spPr>
          <a:xfrm>
            <a:off x="4174066" y="8979407"/>
            <a:ext cx="3200400" cy="411480"/>
          </a:xfrm>
          <a:prstGeom prst="rect">
            <a:avLst/>
          </a:prstGeom>
          <a:noFill/>
        </p:spPr>
        <p:txBody>
          <a:bodyPr wrap="square" lIns="0" tIns="0" rIns="0" bIns="0" anchor="t">
            <a:spAutoFit/>
          </a:bodyPr>
          <a:lstStyle/>
          <a:p>
            <a:pPr algn="ctr"/>
            <a:r>
              <a:rPr lang="en-US" sz="1300" b="0" i="1">
                <a:solidFill>
                  <a:srgbClr val="767676"/>
                </a:solidFill>
                <a:latin typeface="Poppins"/>
              </a:rPr>
              <a:t>Use this reply, adjust, send</a:t>
            </a:r>
          </a:p>
        </p:txBody>
      </p:sp>
      <p:sp>
        <p:nvSpPr>
          <p:cNvPr id="11" name="Rectangle 10"/>
          <p:cNvSpPr/>
          <p:nvPr/>
        </p:nvSpPr>
        <p:spPr>
          <a:xfrm>
            <a:off x="9144000" y="1828800"/>
            <a:ext cx="8458200" cy="2377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9144000" y="1828800"/>
            <a:ext cx="91440" cy="237744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646920" y="2011680"/>
            <a:ext cx="7635240" cy="2011680"/>
          </a:xfrm>
          <a:prstGeom prst="rect">
            <a:avLst/>
          </a:prstGeom>
          <a:noFill/>
        </p:spPr>
        <p:txBody>
          <a:bodyPr wrap="square" lIns="0" tIns="0" rIns="0" bIns="0" anchor="ctr">
            <a:spAutoFit/>
          </a:bodyPr>
          <a:lstStyle/>
          <a:p>
            <a:pPr algn="l">
              <a:lnSpc>
                <a:spcPct val="115000"/>
              </a:lnSpc>
            </a:pPr>
            <a:r>
              <a:rPr lang="en-US" sz="1800" b="0" i="0">
                <a:solidFill>
                  <a:srgbClr val="8A3FFC"/>
                </a:solidFill>
                <a:latin typeface="Poppins SemiBold"/>
              </a:rPr>
              <a:t>Human in the loop: </a:t>
            </a:r>
            <a:r>
              <a:rPr lang="en-US" sz="1800" b="0" i="0">
                <a:solidFill>
                  <a:srgbClr val="1E1E1E"/>
                </a:solidFill>
                <a:latin typeface="Poppins Light"/>
              </a:rPr>
              <a:t>the escalation agent drafts the reply and the goodwill gesture from the AWS agent; the advisor reviews and sends. No agent answers the customer on its own.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7 · The ops copilot</a:t>
            </a:r>
          </a:p>
        </p:txBody>
      </p:sp>
      <p:sp>
        <p:nvSpPr>
          <p:cNvPr id="3" name="Title 2"/>
          <p:cNvSpPr>
            <a:spLocks noGrp="1"/>
          </p:cNvSpPr>
          <p:nvPr>
            <p:ph type="title"/>
          </p:nvPr>
        </p:nvSpPr>
        <p:spPr/>
        <p:txBody>
          <a:bodyPr/>
          <a:lstStyle/>
          <a:p>
            <a:r>
              <a:t>A copilot on live context</a:t>
            </a:r>
          </a:p>
        </p:txBody>
      </p:sp>
      <p:sp>
        <p:nvSpPr>
          <p:cNvPr id="4" name="TextBox 3"/>
          <p:cNvSpPr txBox="1"/>
          <p:nvPr/>
        </p:nvSpPr>
        <p:spPr>
          <a:xfrm>
            <a:off x="16514063" y="419954"/>
            <a:ext cx="1097280" cy="138499"/>
          </a:xfrm>
          <a:prstGeom prst="rect">
            <a:avLst/>
          </a:prstGeom>
          <a:noFill/>
        </p:spPr>
        <p:txBody>
          <a:bodyPr wrap="square" lIns="0" tIns="0" rIns="0" bIns="0" anchor="ctr">
            <a:spAutoFit/>
          </a:bodyPr>
          <a:lstStyle/>
          <a:p>
            <a:pPr algn="r"/>
            <a:r>
              <a:rPr lang="en-US" sz="900" b="0" i="0" dirty="0">
                <a:solidFill>
                  <a:srgbClr val="1E1E1E"/>
                </a:solidFill>
                <a:latin typeface="Poppins"/>
              </a:rPr>
              <a:t>13</a:t>
            </a:r>
          </a:p>
        </p:txBody>
      </p:sp>
      <p:sp>
        <p:nvSpPr>
          <p:cNvPr id="5" name="Rectangle 4"/>
          <p:cNvSpPr/>
          <p:nvPr/>
        </p:nvSpPr>
        <p:spPr>
          <a:xfrm>
            <a:off x="685800" y="1828800"/>
            <a:ext cx="3688080" cy="6675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k_copilot.png"/>
          <p:cNvPicPr>
            <a:picLocks noChangeAspect="1"/>
          </p:cNvPicPr>
          <p:nvPr/>
        </p:nvPicPr>
        <p:blipFill>
          <a:blip r:embed="rId2"/>
          <a:stretch>
            <a:fillRect/>
          </a:stretch>
        </p:blipFill>
        <p:spPr>
          <a:xfrm>
            <a:off x="822960" y="1965960"/>
            <a:ext cx="3413760" cy="6400800"/>
          </a:xfrm>
          <a:prstGeom prst="rect">
            <a:avLst/>
          </a:prstGeom>
        </p:spPr>
      </p:pic>
      <p:sp>
        <p:nvSpPr>
          <p:cNvPr id="9" name="TextBox 8"/>
          <p:cNvSpPr txBox="1"/>
          <p:nvPr/>
        </p:nvSpPr>
        <p:spPr>
          <a:xfrm>
            <a:off x="685800" y="8613648"/>
            <a:ext cx="3688080" cy="411480"/>
          </a:xfrm>
          <a:prstGeom prst="rect">
            <a:avLst/>
          </a:prstGeom>
          <a:noFill/>
        </p:spPr>
        <p:txBody>
          <a:bodyPr wrap="square" lIns="0" tIns="0" rIns="0" bIns="0" anchor="t">
            <a:spAutoFit/>
          </a:bodyPr>
          <a:lstStyle/>
          <a:p>
            <a:pPr algn="ctr"/>
            <a:r>
              <a:rPr lang="en-US" sz="1300" b="0" i="1">
                <a:solidFill>
                  <a:srgbClr val="767676"/>
                </a:solidFill>
                <a:latin typeface="Poppins"/>
              </a:rPr>
              <a:t>Support Ops Copilot in the console</a:t>
            </a:r>
          </a:p>
        </p:txBody>
      </p:sp>
      <p:sp>
        <p:nvSpPr>
          <p:cNvPr id="11" name="Rectangle 10"/>
          <p:cNvSpPr/>
          <p:nvPr/>
        </p:nvSpPr>
        <p:spPr>
          <a:xfrm>
            <a:off x="9144000" y="1828800"/>
            <a:ext cx="8458200" cy="2377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9144000" y="1828800"/>
            <a:ext cx="91440" cy="237744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646920" y="2011680"/>
            <a:ext cx="7635240" cy="2011680"/>
          </a:xfrm>
          <a:prstGeom prst="rect">
            <a:avLst/>
          </a:prstGeom>
          <a:noFill/>
        </p:spPr>
        <p:txBody>
          <a:bodyPr wrap="square" lIns="0" tIns="0" rIns="0" bIns="0" anchor="ctr">
            <a:spAutoFit/>
          </a:bodyPr>
          <a:lstStyle/>
          <a:p>
            <a:pPr algn="l">
              <a:lnSpc>
                <a:spcPct val="115000"/>
              </a:lnSpc>
            </a:pPr>
            <a:r>
              <a:rPr lang="en-US" sz="1800" b="0" i="0">
                <a:solidFill>
                  <a:srgbClr val="8A3FFC"/>
                </a:solidFill>
                <a:latin typeface="Poppins SemiBold"/>
              </a:rPr>
              <a:t>Fresh context, not yesterday's export: </a:t>
            </a:r>
            <a:r>
              <a:rPr lang="en-US" sz="1800" b="0" i="0">
                <a:solidFill>
                  <a:srgbClr val="1E1E1E"/>
                </a:solidFill>
                <a:latin typeface="Poppins Light"/>
              </a:rPr>
              <a:t>the copilot reads the live topics through Confluent's Real-Time Context Engine.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8 · The control plane</a:t>
            </a:r>
          </a:p>
        </p:txBody>
      </p:sp>
      <p:sp>
        <p:nvSpPr>
          <p:cNvPr id="3" name="Title 2"/>
          <p:cNvSpPr>
            <a:spLocks noGrp="1"/>
          </p:cNvSpPr>
          <p:nvPr>
            <p:ph type="title"/>
          </p:nvPr>
        </p:nvSpPr>
        <p:spPr/>
        <p:txBody>
          <a:bodyPr/>
          <a:lstStyle/>
          <a:p>
            <a:r>
              <a:t>One control plane for hundreds of agents</a:t>
            </a:r>
          </a:p>
        </p:txBody>
      </p:sp>
      <p:sp>
        <p:nvSpPr>
          <p:cNvPr id="4" name="TextBox 3"/>
          <p:cNvSpPr txBox="1"/>
          <p:nvPr/>
        </p:nvSpPr>
        <p:spPr>
          <a:xfrm>
            <a:off x="16514063" y="419954"/>
            <a:ext cx="1097280" cy="138499"/>
          </a:xfrm>
          <a:prstGeom prst="rect">
            <a:avLst/>
          </a:prstGeom>
          <a:noFill/>
        </p:spPr>
        <p:txBody>
          <a:bodyPr wrap="square" lIns="0" tIns="0" rIns="0" bIns="0" anchor="ctr">
            <a:spAutoFit/>
          </a:bodyPr>
          <a:lstStyle/>
          <a:p>
            <a:pPr algn="r"/>
            <a:r>
              <a:rPr lang="en-US" sz="900" b="0" i="0" dirty="0">
                <a:solidFill>
                  <a:srgbClr val="1E1E1E"/>
                </a:solidFill>
                <a:latin typeface="Poppins"/>
              </a:rPr>
              <a:t>14</a:t>
            </a:r>
          </a:p>
        </p:txBody>
      </p:sp>
      <p:sp>
        <p:nvSpPr>
          <p:cNvPr id="5" name="Rectangle 4"/>
          <p:cNvSpPr/>
          <p:nvPr/>
        </p:nvSpPr>
        <p:spPr>
          <a:xfrm>
            <a:off x="685800" y="1828800"/>
            <a:ext cx="8321040" cy="4800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f_612.png"/>
          <p:cNvPicPr>
            <a:picLocks noChangeAspect="1"/>
          </p:cNvPicPr>
          <p:nvPr/>
        </p:nvPicPr>
        <p:blipFill>
          <a:blip r:embed="rId2"/>
          <a:stretch>
            <a:fillRect/>
          </a:stretch>
        </p:blipFill>
        <p:spPr>
          <a:xfrm>
            <a:off x="822960" y="1965960"/>
            <a:ext cx="8046720" cy="4526280"/>
          </a:xfrm>
          <a:prstGeom prst="rect">
            <a:avLst/>
          </a:prstGeom>
        </p:spPr>
      </p:pic>
      <p:sp>
        <p:nvSpPr>
          <p:cNvPr id="5" name="Rectangle 4"/>
          <p:cNvSpPr/>
          <p:nvPr/>
        </p:nvSpPr>
        <p:spPr>
          <a:xfrm>
            <a:off x="9281160" y="1828800"/>
            <a:ext cx="8321040" cy="4800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f_640.png"/>
          <p:cNvPicPr>
            <a:picLocks noChangeAspect="1"/>
          </p:cNvPicPr>
          <p:nvPr/>
        </p:nvPicPr>
        <p:blipFill>
          <a:blip r:embed="rId3"/>
          <a:stretch>
            <a:fillRect/>
          </a:stretch>
        </p:blipFill>
        <p:spPr>
          <a:xfrm>
            <a:off x="9418320" y="1965960"/>
            <a:ext cx="8046720" cy="4526280"/>
          </a:xfrm>
          <a:prstGeom prst="rect">
            <a:avLst/>
          </a:prstGeom>
        </p:spPr>
      </p:pic>
      <p:sp>
        <p:nvSpPr>
          <p:cNvPr id="9" name="TextBox 8"/>
          <p:cNvSpPr txBox="1"/>
          <p:nvPr/>
        </p:nvSpPr>
        <p:spPr>
          <a:xfrm>
            <a:off x="685800" y="6739128"/>
            <a:ext cx="8321040" cy="411480"/>
          </a:xfrm>
          <a:prstGeom prst="rect">
            <a:avLst/>
          </a:prstGeom>
          <a:noFill/>
        </p:spPr>
        <p:txBody>
          <a:bodyPr wrap="square" lIns="0" tIns="0" rIns="0" bIns="0" anchor="t">
            <a:spAutoFit/>
          </a:bodyPr>
          <a:lstStyle/>
          <a:p>
            <a:pPr algn="ctr"/>
            <a:r>
              <a:rPr lang="en-US" sz="1300" b="0" i="1">
                <a:solidFill>
                  <a:srgbClr val="767676"/>
                </a:solidFill>
                <a:latin typeface="Poppins"/>
              </a:rPr>
              <a:t>IBM demo instance: 311 agents, usage and quality</a:t>
            </a:r>
          </a:p>
        </p:txBody>
      </p:sp>
      <p:sp>
        <p:nvSpPr>
          <p:cNvPr id="9" name="TextBox 8"/>
          <p:cNvSpPr txBox="1"/>
          <p:nvPr/>
        </p:nvSpPr>
        <p:spPr>
          <a:xfrm>
            <a:off x="9281160" y="6739128"/>
            <a:ext cx="8321040" cy="411480"/>
          </a:xfrm>
          <a:prstGeom prst="rect">
            <a:avLst/>
          </a:prstGeom>
          <a:noFill/>
        </p:spPr>
        <p:txBody>
          <a:bodyPr wrap="square" lIns="0" tIns="0" rIns="0" bIns="0" anchor="t">
            <a:spAutoFit/>
          </a:bodyPr>
          <a:lstStyle/>
          <a:p>
            <a:pPr algn="ctr"/>
            <a:r>
              <a:rPr lang="en-US" sz="1300" b="0" i="1">
                <a:solidFill>
                  <a:srgbClr val="767676"/>
                </a:solidFill>
                <a:latin typeface="Poppins"/>
              </a:rPr>
              <a:t>Security and risk: 24 controls</a:t>
            </a:r>
          </a:p>
        </p:txBody>
      </p:sp>
      <p:sp>
        <p:nvSpPr>
          <p:cNvPr id="11" name="Rectangle 10"/>
          <p:cNvSpPr/>
          <p:nvPr/>
        </p:nvSpPr>
        <p:spPr>
          <a:xfrm>
            <a:off x="685800" y="7406640"/>
            <a:ext cx="16916400"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685800" y="7406640"/>
            <a:ext cx="91440" cy="141732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188720" y="7589519"/>
            <a:ext cx="16093440" cy="1051560"/>
          </a:xfrm>
          <a:prstGeom prst="rect">
            <a:avLst/>
          </a:prstGeom>
          <a:noFill/>
        </p:spPr>
        <p:txBody>
          <a:bodyPr wrap="square" lIns="0" tIns="0" rIns="0" bIns="0" anchor="ctr">
            <a:spAutoFit/>
          </a:bodyPr>
          <a:lstStyle/>
          <a:p>
            <a:pPr algn="l">
              <a:lnSpc>
                <a:spcPct val="115000"/>
              </a:lnSpc>
            </a:pPr>
            <a:r>
              <a:rPr lang="en-US" sz="1800" b="0" i="0">
                <a:solidFill>
                  <a:srgbClr val="8A3FFC"/>
                </a:solidFill>
                <a:latin typeface="Poppins SemiBold"/>
              </a:rPr>
              <a:t>Govern at scale: </a:t>
            </a:r>
            <a:r>
              <a:rPr lang="en-US" sz="1800" b="0" i="0">
                <a:solidFill>
                  <a:srgbClr val="1E1E1E"/>
                </a:solidFill>
                <a:latin typeface="Poppins Light"/>
              </a:rPr>
              <a:t>native and external agents, usage, quality, latency and risk in one place.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8 · The control plane</a:t>
            </a:r>
          </a:p>
        </p:txBody>
      </p:sp>
      <p:sp>
        <p:nvSpPr>
          <p:cNvPr id="3" name="Title 2"/>
          <p:cNvSpPr>
            <a:spLocks noGrp="1"/>
          </p:cNvSpPr>
          <p:nvPr>
            <p:ph type="title"/>
          </p:nvPr>
        </p:nvSpPr>
        <p:spPr/>
        <p:txBody>
          <a:bodyPr/>
          <a:lstStyle/>
          <a:p>
            <a:r>
              <a:t>Discover agents on other platforms</a:t>
            </a:r>
          </a:p>
        </p:txBody>
      </p:sp>
      <p:sp>
        <p:nvSpPr>
          <p:cNvPr id="4" name="TextBox 3"/>
          <p:cNvSpPr txBox="1"/>
          <p:nvPr/>
        </p:nvSpPr>
        <p:spPr>
          <a:xfrm>
            <a:off x="16514063" y="419954"/>
            <a:ext cx="1097280" cy="138499"/>
          </a:xfrm>
          <a:prstGeom prst="rect">
            <a:avLst/>
          </a:prstGeom>
          <a:noFill/>
        </p:spPr>
        <p:txBody>
          <a:bodyPr wrap="square" lIns="0" tIns="0" rIns="0" bIns="0" anchor="ctr">
            <a:spAutoFit/>
          </a:bodyPr>
          <a:lstStyle/>
          <a:p>
            <a:pPr algn="r"/>
            <a:r>
              <a:rPr lang="en-US" sz="900" b="0" i="0" dirty="0">
                <a:solidFill>
                  <a:srgbClr val="1E1E1E"/>
                </a:solidFill>
                <a:latin typeface="Poppins"/>
              </a:rPr>
              <a:t>15</a:t>
            </a:r>
          </a:p>
        </p:txBody>
      </p:sp>
      <p:sp>
        <p:nvSpPr>
          <p:cNvPr id="5" name="Rectangle 4"/>
          <p:cNvSpPr/>
          <p:nvPr/>
        </p:nvSpPr>
        <p:spPr>
          <a:xfrm>
            <a:off x="685800" y="1828800"/>
            <a:ext cx="8321040" cy="4800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f_646.png"/>
          <p:cNvPicPr>
            <a:picLocks noChangeAspect="1"/>
          </p:cNvPicPr>
          <p:nvPr/>
        </p:nvPicPr>
        <p:blipFill>
          <a:blip r:embed="rId2"/>
          <a:stretch>
            <a:fillRect/>
          </a:stretch>
        </p:blipFill>
        <p:spPr>
          <a:xfrm>
            <a:off x="822960" y="1965960"/>
            <a:ext cx="8046720" cy="4526280"/>
          </a:xfrm>
          <a:prstGeom prst="rect">
            <a:avLst/>
          </a:prstGeom>
        </p:spPr>
      </p:pic>
      <p:sp>
        <p:nvSpPr>
          <p:cNvPr id="5" name="Rectangle 4"/>
          <p:cNvSpPr/>
          <p:nvPr/>
        </p:nvSpPr>
        <p:spPr>
          <a:xfrm>
            <a:off x="9281160" y="1828800"/>
            <a:ext cx="8321040" cy="4800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f_651.png"/>
          <p:cNvPicPr>
            <a:picLocks noChangeAspect="1"/>
          </p:cNvPicPr>
          <p:nvPr/>
        </p:nvPicPr>
        <p:blipFill>
          <a:blip r:embed="rId3"/>
          <a:stretch>
            <a:fillRect/>
          </a:stretch>
        </p:blipFill>
        <p:spPr>
          <a:xfrm>
            <a:off x="9418320" y="1965960"/>
            <a:ext cx="8046720" cy="4526280"/>
          </a:xfrm>
          <a:prstGeom prst="rect">
            <a:avLst/>
          </a:prstGeom>
        </p:spPr>
      </p:pic>
      <p:sp>
        <p:nvSpPr>
          <p:cNvPr id="9" name="TextBox 8"/>
          <p:cNvSpPr txBox="1"/>
          <p:nvPr/>
        </p:nvSpPr>
        <p:spPr>
          <a:xfrm>
            <a:off x="685800" y="6739128"/>
            <a:ext cx="8321040" cy="411480"/>
          </a:xfrm>
          <a:prstGeom prst="rect">
            <a:avLst/>
          </a:prstGeom>
          <a:noFill/>
        </p:spPr>
        <p:txBody>
          <a:bodyPr wrap="square" lIns="0" tIns="0" rIns="0" bIns="0" anchor="t">
            <a:spAutoFit/>
          </a:bodyPr>
          <a:lstStyle/>
          <a:p>
            <a:pPr algn="ctr"/>
            <a:r>
              <a:rPr lang="en-US" sz="1300" b="0" i="1">
                <a:solidFill>
                  <a:srgbClr val="767676"/>
                </a:solidFill>
                <a:latin typeface="Poppins"/>
              </a:rPr>
              <a:t>AI Gateway: Amazon Bedrock, Gemini Enterprise, Microsoft Foundry</a:t>
            </a:r>
          </a:p>
        </p:txBody>
      </p:sp>
      <p:sp>
        <p:nvSpPr>
          <p:cNvPr id="9" name="TextBox 8"/>
          <p:cNvSpPr txBox="1"/>
          <p:nvPr/>
        </p:nvSpPr>
        <p:spPr>
          <a:xfrm>
            <a:off x="9281160" y="6739128"/>
            <a:ext cx="8321040" cy="411480"/>
          </a:xfrm>
          <a:prstGeom prst="rect">
            <a:avLst/>
          </a:prstGeom>
          <a:noFill/>
        </p:spPr>
        <p:txBody>
          <a:bodyPr wrap="square" lIns="0" tIns="0" rIns="0" bIns="0" anchor="t">
            <a:spAutoFit/>
          </a:bodyPr>
          <a:lstStyle/>
          <a:p>
            <a:pPr algn="ctr"/>
            <a:r>
              <a:rPr lang="en-US" sz="1300" b="0" i="1">
                <a:solidFill>
                  <a:srgbClr val="767676"/>
                </a:solidFill>
                <a:latin typeface="Poppins"/>
              </a:rPr>
              <a:t>Discover agents: scan and import</a:t>
            </a:r>
          </a:p>
        </p:txBody>
      </p:sp>
      <p:sp>
        <p:nvSpPr>
          <p:cNvPr id="11" name="Rectangle 10"/>
          <p:cNvSpPr/>
          <p:nvPr/>
        </p:nvSpPr>
        <p:spPr>
          <a:xfrm>
            <a:off x="685800" y="7406640"/>
            <a:ext cx="16916400"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685800" y="7406640"/>
            <a:ext cx="91440" cy="141732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188720" y="7589519"/>
            <a:ext cx="16093440" cy="1051560"/>
          </a:xfrm>
          <a:prstGeom prst="rect">
            <a:avLst/>
          </a:prstGeom>
          <a:noFill/>
        </p:spPr>
        <p:txBody>
          <a:bodyPr wrap="square" lIns="0" tIns="0" rIns="0" bIns="0" anchor="ctr">
            <a:spAutoFit/>
          </a:bodyPr>
          <a:lstStyle/>
          <a:p>
            <a:pPr algn="l">
              <a:lnSpc>
                <a:spcPct val="115000"/>
              </a:lnSpc>
            </a:pPr>
            <a:r>
              <a:rPr lang="en-US" sz="1800" b="0" i="0">
                <a:solidFill>
                  <a:srgbClr val="8A3FFC"/>
                </a:solidFill>
                <a:latin typeface="Poppins SemiBold"/>
              </a:rPr>
              <a:t>No shadow agents: </a:t>
            </a:r>
            <a:r>
              <a:rPr lang="en-US" sz="1800" b="0" i="0">
                <a:solidFill>
                  <a:srgbClr val="1E1E1E"/>
                </a:solidFill>
                <a:latin typeface="Poppins Light"/>
              </a:rPr>
              <a:t>Orchestrate finds the agents running elsewhere so they can be registered and governed.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8 · The control plane</a:t>
            </a:r>
          </a:p>
        </p:txBody>
      </p:sp>
      <p:sp>
        <p:nvSpPr>
          <p:cNvPr id="3" name="Title 2"/>
          <p:cNvSpPr>
            <a:spLocks noGrp="1"/>
          </p:cNvSpPr>
          <p:nvPr>
            <p:ph type="title"/>
          </p:nvPr>
        </p:nvSpPr>
        <p:spPr/>
        <p:txBody>
          <a:bodyPr/>
          <a:lstStyle/>
          <a:p>
            <a:r>
              <a:t>One directory, controls everywhere</a:t>
            </a:r>
          </a:p>
        </p:txBody>
      </p:sp>
      <p:sp>
        <p:nvSpPr>
          <p:cNvPr id="4" name="TextBox 3"/>
          <p:cNvSpPr txBox="1"/>
          <p:nvPr/>
        </p:nvSpPr>
        <p:spPr>
          <a:xfrm>
            <a:off x="16514063" y="419954"/>
            <a:ext cx="1097280" cy="138499"/>
          </a:xfrm>
          <a:prstGeom prst="rect">
            <a:avLst/>
          </a:prstGeom>
          <a:noFill/>
        </p:spPr>
        <p:txBody>
          <a:bodyPr wrap="square" lIns="0" tIns="0" rIns="0" bIns="0" anchor="ctr">
            <a:spAutoFit/>
          </a:bodyPr>
          <a:lstStyle/>
          <a:p>
            <a:pPr algn="r"/>
            <a:r>
              <a:rPr lang="en-US" sz="900" b="0" i="0" dirty="0">
                <a:solidFill>
                  <a:srgbClr val="1E1E1E"/>
                </a:solidFill>
                <a:latin typeface="Poppins"/>
              </a:rPr>
              <a:t>16</a:t>
            </a:r>
          </a:p>
        </p:txBody>
      </p:sp>
      <p:sp>
        <p:nvSpPr>
          <p:cNvPr id="5" name="Rectangle 4"/>
          <p:cNvSpPr/>
          <p:nvPr/>
        </p:nvSpPr>
        <p:spPr>
          <a:xfrm>
            <a:off x="685800" y="1828800"/>
            <a:ext cx="8321040" cy="4800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f_663.png"/>
          <p:cNvPicPr>
            <a:picLocks noChangeAspect="1"/>
          </p:cNvPicPr>
          <p:nvPr/>
        </p:nvPicPr>
        <p:blipFill>
          <a:blip r:embed="rId2"/>
          <a:stretch>
            <a:fillRect/>
          </a:stretch>
        </p:blipFill>
        <p:spPr>
          <a:xfrm>
            <a:off x="822960" y="1965960"/>
            <a:ext cx="8046720" cy="4526280"/>
          </a:xfrm>
          <a:prstGeom prst="rect">
            <a:avLst/>
          </a:prstGeom>
        </p:spPr>
      </p:pic>
      <p:sp>
        <p:nvSpPr>
          <p:cNvPr id="5" name="Rectangle 4"/>
          <p:cNvSpPr/>
          <p:nvPr/>
        </p:nvSpPr>
        <p:spPr>
          <a:xfrm>
            <a:off x="9281160" y="1828800"/>
            <a:ext cx="8321040" cy="4800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f_670.png"/>
          <p:cNvPicPr>
            <a:picLocks noChangeAspect="1"/>
          </p:cNvPicPr>
          <p:nvPr/>
        </p:nvPicPr>
        <p:blipFill>
          <a:blip r:embed="rId3"/>
          <a:stretch>
            <a:fillRect/>
          </a:stretch>
        </p:blipFill>
        <p:spPr>
          <a:xfrm>
            <a:off x="9418320" y="1965960"/>
            <a:ext cx="8046720" cy="4526280"/>
          </a:xfrm>
          <a:prstGeom prst="rect">
            <a:avLst/>
          </a:prstGeom>
        </p:spPr>
      </p:pic>
      <p:sp>
        <p:nvSpPr>
          <p:cNvPr id="9" name="TextBox 8"/>
          <p:cNvSpPr txBox="1"/>
          <p:nvPr/>
        </p:nvSpPr>
        <p:spPr>
          <a:xfrm>
            <a:off x="685800" y="6739128"/>
            <a:ext cx="8321040" cy="411480"/>
          </a:xfrm>
          <a:prstGeom prst="rect">
            <a:avLst/>
          </a:prstGeom>
          <a:noFill/>
        </p:spPr>
        <p:txBody>
          <a:bodyPr wrap="square" lIns="0" tIns="0" rIns="0" bIns="0" anchor="t">
            <a:spAutoFit/>
          </a:bodyPr>
          <a:lstStyle/>
          <a:p>
            <a:pPr algn="ctr"/>
            <a:r>
              <a:rPr lang="en-US" sz="1300" b="0" i="1">
                <a:solidFill>
                  <a:srgbClr val="767676"/>
                </a:solidFill>
                <a:latin typeface="Poppins"/>
              </a:rPr>
              <a:t>Agent directory: 135 external agents</a:t>
            </a:r>
          </a:p>
        </p:txBody>
      </p:sp>
      <p:sp>
        <p:nvSpPr>
          <p:cNvPr id="9" name="TextBox 8"/>
          <p:cNvSpPr txBox="1"/>
          <p:nvPr/>
        </p:nvSpPr>
        <p:spPr>
          <a:xfrm>
            <a:off x="9281160" y="6739128"/>
            <a:ext cx="8321040" cy="411480"/>
          </a:xfrm>
          <a:prstGeom prst="rect">
            <a:avLst/>
          </a:prstGeom>
          <a:noFill/>
        </p:spPr>
        <p:txBody>
          <a:bodyPr wrap="square" lIns="0" tIns="0" rIns="0" bIns="0" anchor="t">
            <a:spAutoFit/>
          </a:bodyPr>
          <a:lstStyle/>
          <a:p>
            <a:pPr algn="ctr"/>
            <a:r>
              <a:rPr lang="en-US" sz="1300" b="0" i="1">
                <a:solidFill>
                  <a:srgbClr val="767676"/>
                </a:solidFill>
                <a:latin typeface="Poppins"/>
              </a:rPr>
              <a:t>Controls on agents, tools and models</a:t>
            </a:r>
          </a:p>
        </p:txBody>
      </p:sp>
      <p:sp>
        <p:nvSpPr>
          <p:cNvPr id="11" name="Rectangle 10"/>
          <p:cNvSpPr/>
          <p:nvPr/>
        </p:nvSpPr>
        <p:spPr>
          <a:xfrm>
            <a:off x="685800" y="7406640"/>
            <a:ext cx="16916400"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685800" y="7406640"/>
            <a:ext cx="91440" cy="141732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188720" y="7589519"/>
            <a:ext cx="16093440" cy="1051560"/>
          </a:xfrm>
          <a:prstGeom prst="rect">
            <a:avLst/>
          </a:prstGeom>
          <a:noFill/>
        </p:spPr>
        <p:txBody>
          <a:bodyPr wrap="square" lIns="0" tIns="0" rIns="0" bIns="0" anchor="ctr">
            <a:spAutoFit/>
          </a:bodyPr>
          <a:lstStyle/>
          <a:p>
            <a:pPr algn="l">
              <a:lnSpc>
                <a:spcPct val="115000"/>
              </a:lnSpc>
            </a:pPr>
            <a:r>
              <a:rPr lang="en-US" sz="1800" b="0" i="0">
                <a:solidFill>
                  <a:srgbClr val="8A3FFC"/>
                </a:solidFill>
                <a:latin typeface="Poppins SemiBold"/>
              </a:rPr>
              <a:t>One point of control: </a:t>
            </a:r>
            <a:r>
              <a:rPr lang="en-US" sz="1800" b="0" i="0">
                <a:solidFill>
                  <a:srgbClr val="1E1E1E"/>
                </a:solidFill>
                <a:latin typeface="Poppins Light"/>
              </a:rPr>
              <a:t>PII filters, content guardrails, secrets detection and rate limits apply across agents, tools and models.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9 · Our agent, governed</a:t>
            </a:r>
          </a:p>
        </p:txBody>
      </p:sp>
      <p:sp>
        <p:nvSpPr>
          <p:cNvPr id="3" name="Title 2"/>
          <p:cNvSpPr>
            <a:spLocks noGrp="1"/>
          </p:cNvSpPr>
          <p:nvPr>
            <p:ph type="title"/>
          </p:nvPr>
        </p:nvSpPr>
        <p:spPr/>
        <p:txBody>
          <a:bodyPr/>
          <a:lstStyle/>
          <a:p>
            <a:r>
              <a:t>Our escalation agent, governed end to end</a:t>
            </a:r>
          </a:p>
        </p:txBody>
      </p:sp>
      <p:sp>
        <p:nvSpPr>
          <p:cNvPr id="4" name="TextBox 3"/>
          <p:cNvSpPr txBox="1"/>
          <p:nvPr/>
        </p:nvSpPr>
        <p:spPr>
          <a:xfrm>
            <a:off x="16514063" y="419954"/>
            <a:ext cx="1097280" cy="138499"/>
          </a:xfrm>
          <a:prstGeom prst="rect">
            <a:avLst/>
          </a:prstGeom>
          <a:noFill/>
        </p:spPr>
        <p:txBody>
          <a:bodyPr wrap="square" lIns="0" tIns="0" rIns="0" bIns="0" anchor="ctr">
            <a:spAutoFit/>
          </a:bodyPr>
          <a:lstStyle/>
          <a:p>
            <a:pPr algn="r"/>
            <a:r>
              <a:rPr lang="en-US" sz="900" b="0" i="0" dirty="0">
                <a:solidFill>
                  <a:srgbClr val="1E1E1E"/>
                </a:solidFill>
                <a:latin typeface="Poppins"/>
              </a:rPr>
              <a:t>17</a:t>
            </a:r>
          </a:p>
        </p:txBody>
      </p:sp>
      <p:sp>
        <p:nvSpPr>
          <p:cNvPr id="5" name="Rectangle 4"/>
          <p:cNvSpPr/>
          <p:nvPr/>
        </p:nvSpPr>
        <p:spPr>
          <a:xfrm>
            <a:off x="685800" y="1828800"/>
            <a:ext cx="8321040" cy="5029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k_wxo_conv.png"/>
          <p:cNvPicPr>
            <a:picLocks noChangeAspect="1"/>
          </p:cNvPicPr>
          <p:nvPr/>
        </p:nvPicPr>
        <p:blipFill>
          <a:blip r:embed="rId2"/>
          <a:stretch>
            <a:fillRect/>
          </a:stretch>
        </p:blipFill>
        <p:spPr>
          <a:xfrm>
            <a:off x="822960" y="1965960"/>
            <a:ext cx="8046720" cy="4754880"/>
          </a:xfrm>
          <a:prstGeom prst="rect">
            <a:avLst/>
          </a:prstGeom>
        </p:spPr>
      </p:pic>
      <p:sp>
        <p:nvSpPr>
          <p:cNvPr id="5" name="Rectangle 4"/>
          <p:cNvSpPr/>
          <p:nvPr/>
        </p:nvSpPr>
        <p:spPr>
          <a:xfrm>
            <a:off x="9281160" y="1828800"/>
            <a:ext cx="8321040" cy="4800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f_698.png"/>
          <p:cNvPicPr>
            <a:picLocks noChangeAspect="1"/>
          </p:cNvPicPr>
          <p:nvPr/>
        </p:nvPicPr>
        <p:blipFill>
          <a:blip r:embed="rId3"/>
          <a:stretch>
            <a:fillRect/>
          </a:stretch>
        </p:blipFill>
        <p:spPr>
          <a:xfrm>
            <a:off x="9418320" y="1965960"/>
            <a:ext cx="8046720" cy="4526280"/>
          </a:xfrm>
          <a:prstGeom prst="rect">
            <a:avLst/>
          </a:prstGeom>
        </p:spPr>
      </p:pic>
      <p:sp>
        <p:nvSpPr>
          <p:cNvPr id="9" name="TextBox 8"/>
          <p:cNvSpPr txBox="1"/>
          <p:nvPr/>
        </p:nvSpPr>
        <p:spPr>
          <a:xfrm>
            <a:off x="685800" y="6967728"/>
            <a:ext cx="8321040" cy="411480"/>
          </a:xfrm>
          <a:prstGeom prst="rect">
            <a:avLst/>
          </a:prstGeom>
          <a:noFill/>
        </p:spPr>
        <p:txBody>
          <a:bodyPr wrap="square" lIns="0" tIns="0" rIns="0" bIns="0" anchor="t">
            <a:spAutoFit/>
          </a:bodyPr>
          <a:lstStyle/>
          <a:p>
            <a:pPr algn="ctr"/>
            <a:r>
              <a:rPr lang="en-US" sz="1300" b="0" i="1">
                <a:solidFill>
                  <a:srgbClr val="767676"/>
                </a:solidFill>
                <a:latin typeface="Poppins"/>
              </a:rPr>
              <a:t>Conversation: personal data masked by the PII control</a:t>
            </a:r>
          </a:p>
        </p:txBody>
      </p:sp>
      <p:sp>
        <p:nvSpPr>
          <p:cNvPr id="9" name="TextBox 8"/>
          <p:cNvSpPr txBox="1"/>
          <p:nvPr/>
        </p:nvSpPr>
        <p:spPr>
          <a:xfrm>
            <a:off x="9281160" y="6967728"/>
            <a:ext cx="8321040" cy="411480"/>
          </a:xfrm>
          <a:prstGeom prst="rect">
            <a:avLst/>
          </a:prstGeom>
          <a:noFill/>
        </p:spPr>
        <p:txBody>
          <a:bodyPr wrap="square" lIns="0" tIns="0" rIns="0" bIns="0" anchor="t">
            <a:spAutoFit/>
          </a:bodyPr>
          <a:lstStyle/>
          <a:p>
            <a:pPr algn="ctr"/>
            <a:r>
              <a:rPr lang="en-US" sz="1300" b="0" i="1">
                <a:solidFill>
                  <a:srgbClr val="767676"/>
                </a:solidFill>
                <a:latin typeface="Poppins"/>
              </a:rPr>
              <a:t>Trace: control, model call, AWS agent tool, answer</a:t>
            </a:r>
          </a:p>
        </p:txBody>
      </p:sp>
      <p:sp>
        <p:nvSpPr>
          <p:cNvPr id="11" name="Rectangle 10"/>
          <p:cNvSpPr/>
          <p:nvPr/>
        </p:nvSpPr>
        <p:spPr>
          <a:xfrm>
            <a:off x="685800" y="7635240"/>
            <a:ext cx="16916400"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685800" y="7635240"/>
            <a:ext cx="91440" cy="141732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188720" y="7818119"/>
            <a:ext cx="16093440" cy="1051560"/>
          </a:xfrm>
          <a:prstGeom prst="rect">
            <a:avLst/>
          </a:prstGeom>
          <a:noFill/>
        </p:spPr>
        <p:txBody>
          <a:bodyPr wrap="square" lIns="0" tIns="0" rIns="0" bIns="0" anchor="ctr">
            <a:spAutoFit/>
          </a:bodyPr>
          <a:lstStyle/>
          <a:p>
            <a:pPr algn="l">
              <a:lnSpc>
                <a:spcPct val="115000"/>
              </a:lnSpc>
            </a:pPr>
            <a:r>
              <a:rPr lang="en-US" sz="1800" b="0" i="0">
                <a:solidFill>
                  <a:srgbClr val="8A3FFC"/>
                </a:solidFill>
                <a:latin typeface="Poppins SemiBold"/>
              </a:rPr>
              <a:t>Confluent brings fresh context, </a:t>
            </a:r>
            <a:r>
              <a:rPr lang="en-US" sz="1800" b="0" i="0">
                <a:solidFill>
                  <a:srgbClr val="1E1E1E"/>
                </a:solidFill>
                <a:latin typeface="Poppins Light"/>
              </a:rPr>
              <a:t>watsonx Orchestrate governs and orchestrates the agents, wherever they run.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a:t>Better together</a:t>
            </a:r>
          </a:p>
        </p:txBody>
      </p:sp>
      <p:sp>
        <p:nvSpPr>
          <p:cNvPr id="3" name="Title 2"/>
          <p:cNvSpPr>
            <a:spLocks noGrp="1"/>
          </p:cNvSpPr>
          <p:nvPr>
            <p:ph type="title"/>
          </p:nvPr>
        </p:nvSpPr>
        <p:spPr>
          <a:xfrm>
            <a:off x="685800" y="685800"/>
            <a:ext cx="15544800" cy="914400"/>
          </a:xfrm>
        </p:spPr>
        <p:txBody>
          <a:bodyPr/>
          <a:lstStyle/>
          <a:p>
            <a:r>
              <a:rPr lang="en-US" sz="3200">
                <a:latin typeface="Poppins Light"/>
              </a:rPr>
              <a:t>Each does its job, one system</a:t>
            </a:r>
          </a:p>
        </p:txBody>
      </p:sp>
      <p:sp>
        <p:nvSpPr>
          <p:cNvPr id="4" name="TextBox 3"/>
          <p:cNvSpPr txBox="1"/>
          <p:nvPr/>
        </p:nvSpPr>
        <p:spPr>
          <a:xfrm>
            <a:off x="16514063" y="419954"/>
            <a:ext cx="1097280" cy="138499"/>
          </a:xfrm>
          <a:prstGeom prst="rect">
            <a:avLst/>
          </a:prstGeom>
          <a:noFill/>
        </p:spPr>
        <p:txBody>
          <a:bodyPr wrap="square" lIns="0" tIns="0" rIns="0" bIns="0" anchor="ctr">
            <a:spAutoFit/>
          </a:bodyPr>
          <a:lstStyle/>
          <a:p>
            <a:pPr algn="r"/>
            <a:r>
              <a:rPr lang="en-US" sz="900" b="0" i="0" dirty="0">
                <a:solidFill>
                  <a:srgbClr val="1E1E1E"/>
                </a:solidFill>
                <a:latin typeface="Poppins"/>
              </a:rPr>
              <a:t>18</a:t>
            </a:r>
          </a:p>
        </p:txBody>
      </p:sp>
      <p:sp>
        <p:nvSpPr>
          <p:cNvPr id="5" name="Rectangle 4"/>
          <p:cNvSpPr/>
          <p:nvPr/>
        </p:nvSpPr>
        <p:spPr>
          <a:xfrm>
            <a:off x="685800" y="1828800"/>
            <a:ext cx="8321040" cy="4572000"/>
          </a:xfrm>
          <a:prstGeom prst="rect">
            <a:avLst/>
          </a:prstGeom>
          <a:solidFill>
            <a:srgbClr val="005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5051" name="Google Shape;2723;p51"/>
          <p:cNvGrpSpPr/>
          <p:nvPr/>
        </p:nvGrpSpPr>
        <p:grpSpPr>
          <a:xfrm>
            <a:off x="1143000" y="2240280"/>
            <a:ext cx="777240" cy="777240"/>
            <a:chOff x="4172619" y="2369442"/>
            <a:chExt cx="357190" cy="357190"/>
          </a:xfrm>
        </p:grpSpPr>
        <p:sp>
          <p:nvSpPr>
            <p:cNvPr id="5052" name="Google Shape;2724;p51"/>
            <p:cNvSpPr/>
            <p:nvPr/>
          </p:nvSpPr>
          <p:spPr>
            <a:xfrm>
              <a:off x="4461739" y="2615694"/>
              <a:ext cx="68069" cy="68069"/>
            </a:xfrm>
            <a:custGeom>
              <a:avLst/>
              <a:gdLst/>
              <a:ahLst/>
              <a:cxnLst/>
              <a:rect l="l" t="t" r="r" b="b"/>
              <a:pathLst>
                <a:path w="1075" h="1075" extrusionOk="0">
                  <a:moveTo>
                    <a:pt x="0" y="1"/>
                  </a:moveTo>
                  <a:lnTo>
                    <a:pt x="1075" y="1"/>
                  </a:lnTo>
                  <a:lnTo>
                    <a:pt x="1075" y="1075"/>
                  </a:lnTo>
                  <a:lnTo>
                    <a:pt x="0" y="1075"/>
                  </a:lnTo>
                  <a:close/>
                </a:path>
              </a:pathLst>
            </a:custGeom>
            <a:gradFill>
              <a:gsLst>
                <a:gs pos="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3" name="Google Shape;2725;p51"/>
            <p:cNvSpPr/>
            <p:nvPr/>
          </p:nvSpPr>
          <p:spPr>
            <a:xfrm>
              <a:off x="4317496" y="2658562"/>
              <a:ext cx="68132" cy="68069"/>
            </a:xfrm>
            <a:custGeom>
              <a:avLst/>
              <a:gdLst/>
              <a:ahLst/>
              <a:cxnLst/>
              <a:rect l="l" t="t" r="r" b="b"/>
              <a:pathLst>
                <a:path w="1076" h="1075" extrusionOk="0">
                  <a:moveTo>
                    <a:pt x="1" y="1"/>
                  </a:moveTo>
                  <a:lnTo>
                    <a:pt x="1075" y="1"/>
                  </a:lnTo>
                  <a:lnTo>
                    <a:pt x="1075" y="1075"/>
                  </a:lnTo>
                  <a:lnTo>
                    <a:pt x="1" y="1075"/>
                  </a:lnTo>
                  <a:close/>
                </a:path>
              </a:pathLst>
            </a:custGeom>
            <a:gradFill>
              <a:gsLst>
                <a:gs pos="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4" name="Google Shape;2726;p51"/>
            <p:cNvSpPr/>
            <p:nvPr/>
          </p:nvSpPr>
          <p:spPr>
            <a:xfrm>
              <a:off x="4172619" y="2615694"/>
              <a:ext cx="68069" cy="68069"/>
            </a:xfrm>
            <a:custGeom>
              <a:avLst/>
              <a:gdLst/>
              <a:ahLst/>
              <a:cxnLst/>
              <a:rect l="l" t="t" r="r" b="b"/>
              <a:pathLst>
                <a:path w="1075" h="1075" extrusionOk="0">
                  <a:moveTo>
                    <a:pt x="1" y="1"/>
                  </a:moveTo>
                  <a:lnTo>
                    <a:pt x="1075" y="1"/>
                  </a:lnTo>
                  <a:lnTo>
                    <a:pt x="1075" y="1075"/>
                  </a:lnTo>
                  <a:lnTo>
                    <a:pt x="1" y="1075"/>
                  </a:lnTo>
                  <a:close/>
                </a:path>
              </a:pathLst>
            </a:custGeom>
            <a:gradFill>
              <a:gsLst>
                <a:gs pos="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5" name="Google Shape;2727;p51"/>
            <p:cNvSpPr/>
            <p:nvPr/>
          </p:nvSpPr>
          <p:spPr>
            <a:xfrm>
              <a:off x="4338581" y="2369442"/>
              <a:ext cx="25265" cy="336103"/>
            </a:xfrm>
            <a:custGeom>
              <a:avLst/>
              <a:gdLst/>
              <a:ahLst/>
              <a:cxnLst/>
              <a:rect l="l" t="t" r="r" b="b"/>
              <a:pathLst>
                <a:path w="399" h="5308" extrusionOk="0">
                  <a:moveTo>
                    <a:pt x="205" y="1"/>
                  </a:moveTo>
                  <a:cubicBezTo>
                    <a:pt x="312" y="1"/>
                    <a:pt x="398" y="97"/>
                    <a:pt x="398" y="205"/>
                  </a:cubicBezTo>
                  <a:lnTo>
                    <a:pt x="398" y="5104"/>
                  </a:lnTo>
                  <a:cubicBezTo>
                    <a:pt x="398" y="5211"/>
                    <a:pt x="312" y="5308"/>
                    <a:pt x="205" y="5308"/>
                  </a:cubicBezTo>
                  <a:cubicBezTo>
                    <a:pt x="98" y="5308"/>
                    <a:pt x="1" y="5211"/>
                    <a:pt x="1" y="5104"/>
                  </a:cubicBezTo>
                  <a:lnTo>
                    <a:pt x="1" y="205"/>
                  </a:lnTo>
                  <a:cubicBezTo>
                    <a:pt x="1" y="97"/>
                    <a:pt x="98" y="1"/>
                    <a:pt x="2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6" name="Google Shape;2728;p51"/>
            <p:cNvSpPr/>
            <p:nvPr/>
          </p:nvSpPr>
          <p:spPr>
            <a:xfrm>
              <a:off x="4397786" y="2369442"/>
              <a:ext cx="110937" cy="293235"/>
            </a:xfrm>
            <a:custGeom>
              <a:avLst/>
              <a:gdLst/>
              <a:ahLst/>
              <a:cxnLst/>
              <a:rect l="l" t="t" r="r" b="b"/>
              <a:pathLst>
                <a:path w="1752" h="4631" extrusionOk="0">
                  <a:moveTo>
                    <a:pt x="205" y="1"/>
                  </a:moveTo>
                  <a:cubicBezTo>
                    <a:pt x="97" y="1"/>
                    <a:pt x="1" y="97"/>
                    <a:pt x="1" y="205"/>
                  </a:cubicBezTo>
                  <a:lnTo>
                    <a:pt x="1" y="3621"/>
                  </a:lnTo>
                  <a:cubicBezTo>
                    <a:pt x="1" y="4180"/>
                    <a:pt x="463" y="4631"/>
                    <a:pt x="1010" y="4631"/>
                  </a:cubicBezTo>
                  <a:lnTo>
                    <a:pt x="1548" y="4631"/>
                  </a:lnTo>
                  <a:cubicBezTo>
                    <a:pt x="1655" y="4631"/>
                    <a:pt x="1752" y="4534"/>
                    <a:pt x="1752" y="4427"/>
                  </a:cubicBezTo>
                  <a:cubicBezTo>
                    <a:pt x="1752" y="4319"/>
                    <a:pt x="1655" y="4233"/>
                    <a:pt x="1548" y="4233"/>
                  </a:cubicBezTo>
                  <a:lnTo>
                    <a:pt x="1010" y="4233"/>
                  </a:lnTo>
                  <a:cubicBezTo>
                    <a:pt x="677" y="4233"/>
                    <a:pt x="409" y="3965"/>
                    <a:pt x="409" y="3621"/>
                  </a:cubicBezTo>
                  <a:lnTo>
                    <a:pt x="409" y="205"/>
                  </a:lnTo>
                  <a:cubicBezTo>
                    <a:pt x="409" y="97"/>
                    <a:pt x="312" y="1"/>
                    <a:pt x="2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7" name="Google Shape;2729;p51"/>
            <p:cNvSpPr/>
            <p:nvPr/>
          </p:nvSpPr>
          <p:spPr>
            <a:xfrm>
              <a:off x="4193704" y="2369442"/>
              <a:ext cx="110937" cy="293235"/>
            </a:xfrm>
            <a:custGeom>
              <a:avLst/>
              <a:gdLst/>
              <a:ahLst/>
              <a:cxnLst/>
              <a:rect l="l" t="t" r="r" b="b"/>
              <a:pathLst>
                <a:path w="1752" h="4631" extrusionOk="0">
                  <a:moveTo>
                    <a:pt x="1548" y="1"/>
                  </a:moveTo>
                  <a:cubicBezTo>
                    <a:pt x="1655" y="1"/>
                    <a:pt x="1752" y="97"/>
                    <a:pt x="1752" y="205"/>
                  </a:cubicBezTo>
                  <a:lnTo>
                    <a:pt x="1752" y="3621"/>
                  </a:lnTo>
                  <a:cubicBezTo>
                    <a:pt x="1752" y="4180"/>
                    <a:pt x="1290" y="4631"/>
                    <a:pt x="742" y="4631"/>
                  </a:cubicBezTo>
                  <a:lnTo>
                    <a:pt x="205" y="4631"/>
                  </a:lnTo>
                  <a:cubicBezTo>
                    <a:pt x="97" y="4631"/>
                    <a:pt x="1" y="4534"/>
                    <a:pt x="1" y="4427"/>
                  </a:cubicBezTo>
                  <a:cubicBezTo>
                    <a:pt x="1" y="4319"/>
                    <a:pt x="97" y="4233"/>
                    <a:pt x="205" y="4233"/>
                  </a:cubicBezTo>
                  <a:lnTo>
                    <a:pt x="742" y="4233"/>
                  </a:lnTo>
                  <a:cubicBezTo>
                    <a:pt x="1075" y="4233"/>
                    <a:pt x="1343" y="3965"/>
                    <a:pt x="1343" y="3621"/>
                  </a:cubicBezTo>
                  <a:lnTo>
                    <a:pt x="1343" y="205"/>
                  </a:lnTo>
                  <a:cubicBezTo>
                    <a:pt x="1343" y="97"/>
                    <a:pt x="1440" y="1"/>
                    <a:pt x="15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58" name="TextBox 5057"/>
          <p:cNvSpPr txBox="1"/>
          <p:nvPr/>
        </p:nvSpPr>
        <p:spPr>
          <a:xfrm>
            <a:off x="2148840" y="2240280"/>
            <a:ext cx="6400800" cy="502920"/>
          </a:xfrm>
          <a:prstGeom prst="rect">
            <a:avLst/>
          </a:prstGeom>
          <a:noFill/>
        </p:spPr>
        <p:txBody>
          <a:bodyPr wrap="square" lIns="0" tIns="0" rIns="0" bIns="0" anchor="t">
            <a:spAutoFit/>
          </a:bodyPr>
          <a:lstStyle/>
          <a:p>
            <a:pPr algn="l"/>
            <a:r>
              <a:rPr lang="en-US" sz="2400" b="0" i="0">
                <a:solidFill>
                  <a:srgbClr val="FFFFFF"/>
                </a:solidFill>
                <a:latin typeface="Poppins"/>
              </a:rPr>
              <a:t>Confluent</a:t>
            </a:r>
          </a:p>
        </p:txBody>
      </p:sp>
      <p:sp>
        <p:nvSpPr>
          <p:cNvPr id="5059" name="TextBox 5058"/>
          <p:cNvSpPr txBox="1"/>
          <p:nvPr/>
        </p:nvSpPr>
        <p:spPr>
          <a:xfrm>
            <a:off x="2148840" y="2788920"/>
            <a:ext cx="6400800" cy="411480"/>
          </a:xfrm>
          <a:prstGeom prst="rect">
            <a:avLst/>
          </a:prstGeom>
          <a:noFill/>
        </p:spPr>
        <p:txBody>
          <a:bodyPr wrap="square" lIns="0" tIns="0" rIns="0" bIns="0" anchor="t">
            <a:spAutoFit/>
          </a:bodyPr>
          <a:lstStyle/>
          <a:p>
            <a:pPr algn="l"/>
            <a:r>
              <a:rPr lang="en-US" sz="1500" b="0" i="1">
                <a:solidFill>
                  <a:srgbClr val="C8D8FF"/>
                </a:solidFill>
                <a:latin typeface="Poppins Light"/>
              </a:rPr>
              <a:t>Process data in real time</a:t>
            </a:r>
          </a:p>
        </p:txBody>
      </p:sp>
      <p:sp>
        <p:nvSpPr>
          <p:cNvPr id="5060" name="TextBox 5059"/>
          <p:cNvSpPr txBox="1"/>
          <p:nvPr/>
        </p:nvSpPr>
        <p:spPr>
          <a:xfrm>
            <a:off x="1143000" y="3703320"/>
            <a:ext cx="7406640" cy="2560320"/>
          </a:xfrm>
          <a:prstGeom prst="rect">
            <a:avLst/>
          </a:prstGeom>
          <a:noFill/>
        </p:spPr>
        <p:txBody>
          <a:bodyPr wrap="square" lIns="0" tIns="0" rIns="0" bIns="0" anchor="t">
            <a:spAutoFit/>
          </a:bodyPr>
          <a:lstStyle/>
          <a:p>
            <a:pPr marL="274320" indent="-274320" algn="l">
              <a:spcAft>
                <a:spcPts val="1200"/>
              </a:spcAft>
              <a:buClr>
                <a:srgbClr val="FFFFFF"/>
              </a:buClr>
              <a:buFont typeface="Arial"/>
              <a:buChar char="•"/>
            </a:pPr>
            <a:r>
              <a:rPr lang="en-US" sz="1800" b="0" i="0">
                <a:solidFill>
                  <a:srgbClr val="FFFFFF"/>
                </a:solidFill>
                <a:latin typeface="Poppins"/>
              </a:rPr>
              <a:t>Kafka: every ticket becomes an event</a:t>
            </a:r>
          </a:p>
          <a:p>
            <a:pPr marL="274320" indent="-274320" algn="l">
              <a:spcAft>
                <a:spcPts val="1200"/>
              </a:spcAft>
              <a:buClr>
                <a:srgbClr val="FFFFFF"/>
              </a:buClr>
              <a:buFont typeface="Arial"/>
              <a:buChar char="•"/>
            </a:pPr>
            <a:r>
              <a:rPr lang="en-US" sz="1800" b="0" i="0">
                <a:solidFill>
                  <a:srgbClr val="FFFFFF"/>
                </a:solidFill>
                <a:latin typeface="Poppins"/>
              </a:rPr>
              <a:t>Flink SQL: enrichment, sentiment, forecasting</a:t>
            </a:r>
          </a:p>
          <a:p>
            <a:pPr marL="274320" indent="-274320" algn="l">
              <a:spcAft>
                <a:spcPts val="1200"/>
              </a:spcAft>
              <a:buClr>
                <a:srgbClr val="FFFFFF"/>
              </a:buClr>
              <a:buFont typeface="Arial"/>
              <a:buChar char="•"/>
            </a:pPr>
            <a:r>
              <a:rPr lang="en-US" sz="1800" b="0" i="0">
                <a:solidFill>
                  <a:srgbClr val="FFFFFF"/>
                </a:solidFill>
                <a:latin typeface="Poppins"/>
              </a:rPr>
              <a:t>Streaming Agents and MCP tools in the stream</a:t>
            </a:r>
          </a:p>
          <a:p>
            <a:pPr marL="274320" indent="-274320" algn="l">
              <a:spcAft>
                <a:spcPts val="1200"/>
              </a:spcAft>
              <a:buClr>
                <a:srgbClr val="FFFFFF"/>
              </a:buClr>
              <a:buFont typeface="Arial"/>
              <a:buChar char="•"/>
            </a:pPr>
            <a:r>
              <a:rPr lang="en-US" sz="1800" b="0" i="0">
                <a:solidFill>
                  <a:srgbClr val="FFFFFF"/>
                </a:solidFill>
                <a:latin typeface="Poppins"/>
              </a:rPr>
              <a:t>Schema Registry: governed data</a:t>
            </a:r>
          </a:p>
        </p:txBody>
      </p:sp>
      <p:sp>
        <p:nvSpPr>
          <p:cNvPr id="5061" name="Rectangle 5060"/>
          <p:cNvSpPr/>
          <p:nvPr/>
        </p:nvSpPr>
        <p:spPr>
          <a:xfrm>
            <a:off x="9281160" y="1828800"/>
            <a:ext cx="8321040" cy="4572000"/>
          </a:xfrm>
          <a:prstGeom prst="rect">
            <a:avLst/>
          </a:prstGeom>
          <a:solidFill>
            <a:srgbClr val="8A3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6" name="Google Shape;1710;p47"/>
          <p:cNvGrpSpPr/>
          <p:nvPr/>
        </p:nvGrpSpPr>
        <p:grpSpPr>
          <a:xfrm>
            <a:off x="9744930" y="2240280"/>
            <a:ext cx="764100" cy="777240"/>
            <a:chOff x="15148502" y="6898132"/>
            <a:chExt cx="357188" cy="363330"/>
          </a:xfrm>
        </p:grpSpPr>
        <p:sp>
          <p:nvSpPr>
            <p:cNvPr id="7" name="Google Shape;1711;p47"/>
            <p:cNvSpPr/>
            <p:nvPr/>
          </p:nvSpPr>
          <p:spPr>
            <a:xfrm>
              <a:off x="15293379" y="7025343"/>
              <a:ext cx="68069" cy="68069"/>
            </a:xfrm>
            <a:custGeom>
              <a:avLst/>
              <a:gdLst/>
              <a:ahLst/>
              <a:cxnLst/>
              <a:rect l="l" t="t" r="r" b="b"/>
              <a:pathLst>
                <a:path w="1075" h="1075" extrusionOk="0">
                  <a:moveTo>
                    <a:pt x="1" y="0"/>
                  </a:moveTo>
                  <a:lnTo>
                    <a:pt x="1075" y="0"/>
                  </a:lnTo>
                  <a:lnTo>
                    <a:pt x="1075" y="1075"/>
                  </a:lnTo>
                  <a:lnTo>
                    <a:pt x="1" y="1075"/>
                  </a:lnTo>
                  <a:close/>
                </a:path>
              </a:pathLst>
            </a:custGeom>
            <a:solidFill>
              <a:srgbClr val="73DB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712;p47"/>
            <p:cNvSpPr/>
            <p:nvPr/>
          </p:nvSpPr>
          <p:spPr>
            <a:xfrm>
              <a:off x="15293379" y="7025343"/>
              <a:ext cx="68069" cy="68069"/>
            </a:xfrm>
            <a:custGeom>
              <a:avLst/>
              <a:gdLst/>
              <a:ahLst/>
              <a:cxnLst/>
              <a:rect l="l" t="t" r="r" b="b"/>
              <a:pathLst>
                <a:path w="1075" h="1075" extrusionOk="0">
                  <a:moveTo>
                    <a:pt x="1" y="0"/>
                  </a:moveTo>
                  <a:lnTo>
                    <a:pt x="1075" y="0"/>
                  </a:lnTo>
                  <a:lnTo>
                    <a:pt x="1075" y="1075"/>
                  </a:lnTo>
                  <a:lnTo>
                    <a:pt x="1" y="1075"/>
                  </a:lnTo>
                  <a:close/>
                </a:path>
              </a:pathLst>
            </a:custGeom>
            <a:gradFill>
              <a:gsLst>
                <a:gs pos="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713;p47"/>
            <p:cNvSpPr/>
            <p:nvPr/>
          </p:nvSpPr>
          <p:spPr>
            <a:xfrm>
              <a:off x="15148502" y="6898132"/>
              <a:ext cx="357188" cy="363330"/>
            </a:xfrm>
            <a:custGeom>
              <a:avLst/>
              <a:gdLst/>
              <a:ahLst/>
              <a:cxnLst/>
              <a:rect l="l" t="t" r="r" b="b"/>
              <a:pathLst>
                <a:path w="5641" h="5738" extrusionOk="0">
                  <a:moveTo>
                    <a:pt x="2826" y="1203"/>
                  </a:moveTo>
                  <a:cubicBezTo>
                    <a:pt x="3556" y="1203"/>
                    <a:pt x="4169" y="1816"/>
                    <a:pt x="4169" y="2546"/>
                  </a:cubicBezTo>
                  <a:cubicBezTo>
                    <a:pt x="4169" y="3288"/>
                    <a:pt x="3556" y="3889"/>
                    <a:pt x="2826" y="3889"/>
                  </a:cubicBezTo>
                  <a:cubicBezTo>
                    <a:pt x="2085" y="3889"/>
                    <a:pt x="1483" y="3288"/>
                    <a:pt x="1483" y="2546"/>
                  </a:cubicBezTo>
                  <a:cubicBezTo>
                    <a:pt x="1483" y="1816"/>
                    <a:pt x="2085" y="1203"/>
                    <a:pt x="2826" y="1203"/>
                  </a:cubicBezTo>
                  <a:close/>
                  <a:moveTo>
                    <a:pt x="5243" y="398"/>
                  </a:moveTo>
                  <a:lnTo>
                    <a:pt x="5243" y="3857"/>
                  </a:lnTo>
                  <a:lnTo>
                    <a:pt x="4555" y="4265"/>
                  </a:lnTo>
                  <a:lnTo>
                    <a:pt x="4061" y="3771"/>
                  </a:lnTo>
                  <a:cubicBezTo>
                    <a:pt x="4362" y="3460"/>
                    <a:pt x="4566" y="3019"/>
                    <a:pt x="4566" y="2546"/>
                  </a:cubicBezTo>
                  <a:cubicBezTo>
                    <a:pt x="4566" y="1579"/>
                    <a:pt x="3793" y="806"/>
                    <a:pt x="2826" y="806"/>
                  </a:cubicBezTo>
                  <a:cubicBezTo>
                    <a:pt x="1859" y="806"/>
                    <a:pt x="1075" y="1579"/>
                    <a:pt x="1075" y="2546"/>
                  </a:cubicBezTo>
                  <a:cubicBezTo>
                    <a:pt x="1075" y="3513"/>
                    <a:pt x="1859" y="4298"/>
                    <a:pt x="2826" y="4298"/>
                  </a:cubicBezTo>
                  <a:cubicBezTo>
                    <a:pt x="3159" y="4298"/>
                    <a:pt x="3481" y="4201"/>
                    <a:pt x="3750" y="4029"/>
                  </a:cubicBezTo>
                  <a:lnTo>
                    <a:pt x="3750" y="4040"/>
                  </a:lnTo>
                  <a:lnTo>
                    <a:pt x="4190" y="4480"/>
                  </a:lnTo>
                  <a:lnTo>
                    <a:pt x="2826" y="5297"/>
                  </a:lnTo>
                  <a:lnTo>
                    <a:pt x="409" y="3857"/>
                  </a:lnTo>
                  <a:lnTo>
                    <a:pt x="409" y="398"/>
                  </a:lnTo>
                  <a:close/>
                  <a:moveTo>
                    <a:pt x="269" y="0"/>
                  </a:moveTo>
                  <a:cubicBezTo>
                    <a:pt x="119" y="0"/>
                    <a:pt x="0" y="118"/>
                    <a:pt x="0" y="269"/>
                  </a:cubicBezTo>
                  <a:lnTo>
                    <a:pt x="0" y="3932"/>
                  </a:lnTo>
                  <a:cubicBezTo>
                    <a:pt x="0" y="4029"/>
                    <a:pt x="54" y="4126"/>
                    <a:pt x="140" y="4158"/>
                  </a:cubicBezTo>
                  <a:lnTo>
                    <a:pt x="2686" y="5694"/>
                  </a:lnTo>
                  <a:cubicBezTo>
                    <a:pt x="2729" y="5716"/>
                    <a:pt x="2772" y="5737"/>
                    <a:pt x="2826" y="5737"/>
                  </a:cubicBezTo>
                  <a:cubicBezTo>
                    <a:pt x="2880" y="5737"/>
                    <a:pt x="2912" y="5716"/>
                    <a:pt x="2955" y="5694"/>
                  </a:cubicBezTo>
                  <a:lnTo>
                    <a:pt x="4491" y="4781"/>
                  </a:lnTo>
                  <a:lnTo>
                    <a:pt x="5222" y="5522"/>
                  </a:lnTo>
                  <a:cubicBezTo>
                    <a:pt x="5265" y="5560"/>
                    <a:pt x="5316" y="5579"/>
                    <a:pt x="5367" y="5579"/>
                  </a:cubicBezTo>
                  <a:cubicBezTo>
                    <a:pt x="5418" y="5579"/>
                    <a:pt x="5469" y="5560"/>
                    <a:pt x="5512" y="5522"/>
                  </a:cubicBezTo>
                  <a:cubicBezTo>
                    <a:pt x="5587" y="5436"/>
                    <a:pt x="5587" y="5318"/>
                    <a:pt x="5512" y="5232"/>
                  </a:cubicBezTo>
                  <a:lnTo>
                    <a:pt x="4835" y="4566"/>
                  </a:lnTo>
                  <a:lnTo>
                    <a:pt x="5490" y="4158"/>
                  </a:lnTo>
                  <a:cubicBezTo>
                    <a:pt x="5587" y="4126"/>
                    <a:pt x="5641" y="4029"/>
                    <a:pt x="5641" y="3932"/>
                  </a:cubicBezTo>
                  <a:lnTo>
                    <a:pt x="5641" y="269"/>
                  </a:lnTo>
                  <a:cubicBezTo>
                    <a:pt x="5641" y="118"/>
                    <a:pt x="5522" y="0"/>
                    <a:pt x="53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62" name="TextBox 5061"/>
          <p:cNvSpPr txBox="1"/>
          <p:nvPr/>
        </p:nvSpPr>
        <p:spPr>
          <a:xfrm>
            <a:off x="10744200" y="2240280"/>
            <a:ext cx="6400800" cy="502920"/>
          </a:xfrm>
          <a:prstGeom prst="rect">
            <a:avLst/>
          </a:prstGeom>
          <a:noFill/>
        </p:spPr>
        <p:txBody>
          <a:bodyPr wrap="square" lIns="0" tIns="0" rIns="0" bIns="0" anchor="t">
            <a:spAutoFit/>
          </a:bodyPr>
          <a:lstStyle/>
          <a:p>
            <a:pPr algn="l"/>
            <a:r>
              <a:rPr lang="en-US" sz="2400" b="0" i="0">
                <a:solidFill>
                  <a:srgbClr val="FFFFFF"/>
                </a:solidFill>
                <a:latin typeface="Poppins"/>
              </a:rPr>
              <a:t>watsonx Orchestrate</a:t>
            </a:r>
          </a:p>
        </p:txBody>
      </p:sp>
      <p:sp>
        <p:nvSpPr>
          <p:cNvPr id="5063" name="TextBox 5062"/>
          <p:cNvSpPr txBox="1"/>
          <p:nvPr/>
        </p:nvSpPr>
        <p:spPr>
          <a:xfrm>
            <a:off x="10744200" y="2788920"/>
            <a:ext cx="6400800" cy="411480"/>
          </a:xfrm>
          <a:prstGeom prst="rect">
            <a:avLst/>
          </a:prstGeom>
          <a:noFill/>
        </p:spPr>
        <p:txBody>
          <a:bodyPr wrap="square" lIns="0" tIns="0" rIns="0" bIns="0" anchor="t">
            <a:spAutoFit/>
          </a:bodyPr>
          <a:lstStyle/>
          <a:p>
            <a:pPr algn="l"/>
            <a:r>
              <a:rPr lang="en-US" sz="1500" b="0" i="1">
                <a:solidFill>
                  <a:srgbClr val="E8DCFF"/>
                </a:solidFill>
                <a:latin typeface="Poppins Light"/>
              </a:rPr>
              <a:t>Govern the agents that act</a:t>
            </a:r>
          </a:p>
        </p:txBody>
      </p:sp>
      <p:sp>
        <p:nvSpPr>
          <p:cNvPr id="5064" name="TextBox 5063"/>
          <p:cNvSpPr txBox="1"/>
          <p:nvPr/>
        </p:nvSpPr>
        <p:spPr>
          <a:xfrm>
            <a:off x="9738360" y="3703320"/>
            <a:ext cx="7406640" cy="2560320"/>
          </a:xfrm>
          <a:prstGeom prst="rect">
            <a:avLst/>
          </a:prstGeom>
          <a:noFill/>
        </p:spPr>
        <p:txBody>
          <a:bodyPr wrap="square" lIns="0" tIns="0" rIns="0" bIns="0" anchor="t">
            <a:spAutoFit/>
          </a:bodyPr>
          <a:lstStyle/>
          <a:p>
            <a:pPr marL="274320" indent="-274320" algn="l">
              <a:spcAft>
                <a:spcPts val="1200"/>
              </a:spcAft>
              <a:buClr>
                <a:srgbClr val="FFFFFF"/>
              </a:buClr>
              <a:buFont typeface="Arial"/>
              <a:buChar char="•"/>
            </a:pPr>
            <a:r>
              <a:rPr lang="en-US" sz="1800" b="0" i="0">
                <a:solidFill>
                  <a:srgbClr val="FFFFFF"/>
                </a:solidFill>
                <a:latin typeface="Poppins"/>
              </a:rPr>
              <a:t>Federated agents: Orchestrate, AWS and others</a:t>
            </a:r>
          </a:p>
          <a:p>
            <a:pPr marL="274320" indent="-274320" algn="l">
              <a:spcAft>
                <a:spcPts val="1200"/>
              </a:spcAft>
              <a:buClr>
                <a:srgbClr val="FFFFFF"/>
              </a:buClr>
              <a:buFont typeface="Arial"/>
              <a:buChar char="•"/>
            </a:pPr>
            <a:r>
              <a:rPr lang="en-US" sz="1800" b="0" i="0">
                <a:solidFill>
                  <a:srgbClr val="FFFFFF"/>
                </a:solidFill>
                <a:latin typeface="Poppins"/>
              </a:rPr>
              <a:t>Controls: personal data masked</a:t>
            </a:r>
          </a:p>
          <a:p>
            <a:pPr marL="274320" indent="-274320" algn="l">
              <a:spcAft>
                <a:spcPts val="1200"/>
              </a:spcAft>
              <a:buClr>
                <a:srgbClr val="FFFFFF"/>
              </a:buClr>
              <a:buFont typeface="Arial"/>
              <a:buChar char="•"/>
            </a:pPr>
            <a:r>
              <a:rPr lang="en-US" sz="1800" b="0" i="0">
                <a:solidFill>
                  <a:srgbClr val="FFFFFF"/>
                </a:solidFill>
                <a:latin typeface="Poppins"/>
              </a:rPr>
              <a:t>Human in the loop, end-to-end traces</a:t>
            </a:r>
          </a:p>
          <a:p>
            <a:pPr marL="274320" indent="-274320" algn="l">
              <a:spcAft>
                <a:spcPts val="1200"/>
              </a:spcAft>
              <a:buClr>
                <a:srgbClr val="FFFFFF"/>
              </a:buClr>
              <a:buFont typeface="Arial"/>
              <a:buChar char="•"/>
            </a:pPr>
            <a:r>
              <a:rPr lang="en-US" sz="1800" b="0" i="0">
                <a:solidFill>
                  <a:srgbClr val="FFFFFF"/>
                </a:solidFill>
                <a:latin typeface="Poppins"/>
              </a:rPr>
              <a:t>Business copilot plugged into the live stream</a:t>
            </a:r>
          </a:p>
        </p:txBody>
      </p:sp>
      <p:sp>
        <p:nvSpPr>
          <p:cNvPr id="5065" name="TextBox 5064"/>
          <p:cNvSpPr txBox="1"/>
          <p:nvPr/>
        </p:nvSpPr>
        <p:spPr>
          <a:xfrm>
            <a:off x="685800" y="7542014"/>
            <a:ext cx="16916400" cy="369332"/>
          </a:xfrm>
          <a:prstGeom prst="rect">
            <a:avLst/>
          </a:prstGeom>
          <a:noFill/>
        </p:spPr>
        <p:txBody>
          <a:bodyPr wrap="square" lIns="0" tIns="0" rIns="0" bIns="0" anchor="ctr">
            <a:spAutoFit/>
          </a:bodyPr>
          <a:lstStyle/>
          <a:p>
            <a:pPr algn="ctr"/>
            <a:r>
              <a:rPr lang="en-US" sz="2400" b="0" i="0" dirty="0">
                <a:solidFill>
                  <a:srgbClr val="0056FA"/>
                </a:solidFill>
                <a:latin typeface="Poppins Light"/>
              </a:rPr>
              <a:t>Confluent turns events into decisions. </a:t>
            </a:r>
            <a:r>
              <a:rPr lang="en-US" sz="2400" b="0" i="0" dirty="0">
                <a:solidFill>
                  <a:srgbClr val="8A3FFC"/>
                </a:solidFill>
                <a:latin typeface="Poppins Light"/>
              </a:rPr>
              <a:t>Orchestrate turns decisions into controlled actions.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Thank you</a:t>
            </a:r>
          </a:p>
        </p:txBody>
      </p:sp>
      <p:sp>
        <p:nvSpPr>
          <p:cNvPr id="3" name="Subtitle 2"/>
          <p:cNvSpPr>
            <a:spLocks noGrp="1"/>
          </p:cNvSpPr>
          <p:nvPr>
            <p:ph type="subTitle" idx="1"/>
          </p:nvPr>
        </p:nvSpPr>
        <p:spPr/>
        <p:txBody>
          <a:bodyPr/>
          <a:lstStyle/>
          <a:p>
            <a:r>
              <a:rPr lang="en-US"/>
              <a:t>Q&amp;A</a:t>
            </a:r>
          </a:p>
        </p:txBody>
      </p:sp>
      <p:sp>
        <p:nvSpPr>
          <p:cNvPr id="4" name="Rectangle 3"/>
          <p:cNvSpPr/>
          <p:nvPr/>
        </p:nvSpPr>
        <p:spPr>
          <a:xfrm>
            <a:off x="3611880" y="658368"/>
            <a:ext cx="27432" cy="566928"/>
          </a:xfrm>
          <a:prstGeom prst="rect">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IBM_LOGO_PLACEHOLDER"/>
          <p:cNvSpPr/>
          <p:nvPr/>
        </p:nvSpPr>
        <p:spPr>
          <a:xfrm>
            <a:off x="3931920" y="640080"/>
            <a:ext cx="1737360" cy="603504"/>
          </a:xfrm>
          <a:prstGeom prst="rect">
            <a:avLst/>
          </a:prstGeom>
          <a:noFill/>
          <a:ln w="12700">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n-US" sz="1200" b="0" i="0">
                <a:solidFill>
                  <a:srgbClr val="BFBFBF"/>
                </a:solidFill>
                <a:latin typeface="Poppins"/>
              </a:rPr>
              <a:t>IBM logo</a:t>
            </a:r>
          </a:p>
        </p:txBody>
      </p:sp>
    </p:spTree>
  </p:cSld>
  <p:clrMapOvr>
    <a:masterClrMapping/>
  </p:clrMapOvr>
</p:sld>
</file>

<file path=ppt/theme/theme1.xml><?xml version="1.0" encoding="utf-8"?>
<a:theme xmlns:a="http://schemas.openxmlformats.org/drawingml/2006/main" name="Confluent Presentation Template [2025]">
  <a:themeElements>
    <a:clrScheme name="Confluent">
      <a:dk1>
        <a:srgbClr val="1E1E1E"/>
      </a:dk1>
      <a:lt1>
        <a:srgbClr val="FFFFFF"/>
      </a:lt1>
      <a:dk2>
        <a:srgbClr val="767676"/>
      </a:dk2>
      <a:lt2>
        <a:srgbClr val="F8F8F8"/>
      </a:lt2>
      <a:accent1>
        <a:srgbClr val="0056F9"/>
      </a:accent1>
      <a:accent2>
        <a:srgbClr val="009FFF"/>
      </a:accent2>
      <a:accent3>
        <a:srgbClr val="00EB92"/>
      </a:accent3>
      <a:accent4>
        <a:srgbClr val="FFDC00"/>
      </a:accent4>
      <a:accent5>
        <a:srgbClr val="FF7C52"/>
      </a:accent5>
      <a:accent6>
        <a:srgbClr val="C9EDF0"/>
      </a:accent6>
      <a:hlink>
        <a:srgbClr val="1E21D0"/>
      </a:hlink>
      <a:folHlink>
        <a:srgbClr val="FFC30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925</TotalTime>
  <Words>3156</Words>
  <Application>Microsoft Macintosh PowerPoint</Application>
  <PresentationFormat>Personnalisé</PresentationFormat>
  <Paragraphs>341</Paragraphs>
  <Slides>23</Slides>
  <Notes>20</Notes>
  <HiddenSlides>0</HiddenSlides>
  <MMClips>0</MMClips>
  <ScaleCrop>false</ScaleCrop>
  <HeadingPairs>
    <vt:vector size="6" baseType="variant">
      <vt:variant>
        <vt:lpstr>Polices utilisées</vt:lpstr>
      </vt:variant>
      <vt:variant>
        <vt:i4>12</vt:i4>
      </vt:variant>
      <vt:variant>
        <vt:lpstr>Thème</vt:lpstr>
      </vt:variant>
      <vt:variant>
        <vt:i4>1</vt:i4>
      </vt:variant>
      <vt:variant>
        <vt:lpstr>Titres des diapositives</vt:lpstr>
      </vt:variant>
      <vt:variant>
        <vt:i4>23</vt:i4>
      </vt:variant>
    </vt:vector>
  </HeadingPairs>
  <TitlesOfParts>
    <vt:vector size="36" baseType="lpstr">
      <vt:lpstr>Poppins</vt:lpstr>
      <vt:lpstr>Inter</vt:lpstr>
      <vt:lpstr>Poppins Medium</vt:lpstr>
      <vt:lpstr>Montserrat Light</vt:lpstr>
      <vt:lpstr>Calibri</vt:lpstr>
      <vt:lpstr>Arial</vt:lpstr>
      <vt:lpstr>Inter SemiBold</vt:lpstr>
      <vt:lpstr>Courier New</vt:lpstr>
      <vt:lpstr>Poppins SemiBold</vt:lpstr>
      <vt:lpstr>Montserrat</vt:lpstr>
      <vt:lpstr>Poppins Light</vt:lpstr>
      <vt:lpstr>Helvetica Neue</vt:lpstr>
      <vt:lpstr>Confluent Presentation Template [2025]</vt:lpstr>
      <vt:lpstr>Real Time AI: Confluent Intelligence &amp; watsonx Orchestrate</vt:lpstr>
      <vt:lpstr>What do we want to demonstrate today</vt:lpstr>
      <vt:lpstr>Would you cross the street based on yesterday's photo?</vt:lpstr>
      <vt:lpstr>Your turn: create a ticket</vt:lpstr>
      <vt:lpstr>Four acts, one event stream</vt:lpstr>
      <vt:lpstr>Présentation PowerPoint</vt:lpstr>
      <vt:lpstr>Confluent triages every ticket, in seconds</vt:lpstr>
      <vt:lpstr>An AI agent, declared in a few lines of SQL</vt:lpstr>
      <vt:lpstr>The Streaming agent runs continusously on Confluent Cloud</vt:lpstr>
      <vt:lpstr>The AI agent reacts to any new event</vt:lpstr>
      <vt:lpstr>Orchestrate handles escalations</vt:lpstr>
      <vt:lpstr>In Orchestrate: the agent and its reply</vt:lpstr>
      <vt:lpstr>Orchestrate governs agents, wherever they live</vt:lpstr>
      <vt:lpstr>The proof: data masked before the model</vt:lpstr>
      <vt:lpstr>Governing at scale: agent directory and controls</vt:lpstr>
      <vt:lpstr>A copilot plugged into live support</vt:lpstr>
      <vt:lpstr>Each does its job, one system</vt:lpstr>
      <vt:lpstr>From ticket to approved reply in seconds</vt:lpstr>
      <vt:lpstr>Your use case, on your data</vt:lpstr>
      <vt:lpstr>What did we demonstrate today</vt:lpstr>
      <vt:lpstr>Thank you</vt:lpstr>
      <vt:lpstr>45-minute run of show</vt:lpstr>
      <vt:lpstr>The full Confluent-side diagram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Francois Estepa</cp:lastModifiedBy>
  <cp:revision>22</cp:revision>
  <dcterms:modified xsi:type="dcterms:W3CDTF">2026-09-29T09:59:43Z</dcterms:modified>
  <dc:title>DSWT 2026 - Confluent + watsonx Orchestrate demo walkthrough</dc:title>
</cp:coreProperties>
</file>